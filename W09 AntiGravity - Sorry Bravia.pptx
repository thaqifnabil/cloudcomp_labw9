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0" r:id="rId3"/>
    <p:sldId id="257" r:id="rId4"/>
    <p:sldId id="263" r:id="rId5"/>
    <p:sldId id="262" r:id="rId6"/>
    <p:sldId id="261" r:id="rId7"/>
    <p:sldId id="264" r:id="rId8"/>
    <p:sldId id="266" r:id="rId9"/>
    <p:sldId id="265" r:id="rId10"/>
    <p:sldId id="267" r:id="rId11"/>
    <p:sldId id="268" r:id="rId12"/>
    <p:sldId id="269" r:id="rId13"/>
    <p:sldId id="271" r:id="rId14"/>
    <p:sldId id="258" r:id="rId15"/>
    <p:sldId id="259" r:id="rId16"/>
    <p:sldId id="274"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AB68F9-847B-4FCA-8AA0-3604EA9EE4A6}" v="7" dt="2026-10-28T03:45:17.4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2" autoAdjust="0"/>
    <p:restoredTop sz="94660"/>
  </p:normalViewPr>
  <p:slideViewPr>
    <p:cSldViewPr snapToGrid="0">
      <p:cViewPr varScale="1">
        <p:scale>
          <a:sx n="70" d="100"/>
          <a:sy n="70" d="100"/>
        </p:scale>
        <p:origin x="52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zlan Bin Yusof" userId="90de2ec5-b863-4a82-b732-dce022cc5e5f" providerId="ADAL" clId="{5D07A054-A7F1-4443-9FED-128A88F9716D}"/>
    <pc:docChg chg="undo custSel addSld delSld modSld sldOrd">
      <pc:chgData name="Azlan Bin Yusof" userId="90de2ec5-b863-4a82-b732-dce022cc5e5f" providerId="ADAL" clId="{5D07A054-A7F1-4443-9FED-128A88F9716D}" dt="2026-10-28T03:46:07.516" v="463" actId="5793"/>
      <pc:docMkLst>
        <pc:docMk/>
      </pc:docMkLst>
      <pc:sldChg chg="addSp modSp mod">
        <pc:chgData name="Azlan Bin Yusof" userId="90de2ec5-b863-4a82-b732-dce022cc5e5f" providerId="ADAL" clId="{5D07A054-A7F1-4443-9FED-128A88F9716D}" dt="2026-10-28T02:41:35.296" v="247" actId="1076"/>
        <pc:sldMkLst>
          <pc:docMk/>
          <pc:sldMk cId="3924949764" sldId="257"/>
        </pc:sldMkLst>
        <pc:picChg chg="add mod">
          <ac:chgData name="Azlan Bin Yusof" userId="90de2ec5-b863-4a82-b732-dce022cc5e5f" providerId="ADAL" clId="{5D07A054-A7F1-4443-9FED-128A88F9716D}" dt="2026-10-28T02:38:18.568" v="236" actId="1076"/>
          <ac:picMkLst>
            <pc:docMk/>
            <pc:sldMk cId="3924949764" sldId="257"/>
            <ac:picMk id="6" creationId="{76EF9847-D4A9-4756-ABAF-EC2B531727EE}"/>
          </ac:picMkLst>
        </pc:picChg>
        <pc:picChg chg="add mod">
          <ac:chgData name="Azlan Bin Yusof" userId="90de2ec5-b863-4a82-b732-dce022cc5e5f" providerId="ADAL" clId="{5D07A054-A7F1-4443-9FED-128A88F9716D}" dt="2026-10-28T02:38:47.559" v="238" actId="1076"/>
          <ac:picMkLst>
            <pc:docMk/>
            <pc:sldMk cId="3924949764" sldId="257"/>
            <ac:picMk id="8" creationId="{F27DCDBD-778C-E9D1-C3A3-C5A4FEE4ECD6}"/>
          </ac:picMkLst>
        </pc:picChg>
        <pc:picChg chg="add mod">
          <ac:chgData name="Azlan Bin Yusof" userId="90de2ec5-b863-4a82-b732-dce022cc5e5f" providerId="ADAL" clId="{5D07A054-A7F1-4443-9FED-128A88F9716D}" dt="2026-10-28T02:39:37.759" v="242" actId="1076"/>
          <ac:picMkLst>
            <pc:docMk/>
            <pc:sldMk cId="3924949764" sldId="257"/>
            <ac:picMk id="10" creationId="{2DF0F5E9-B3A3-96F8-CDFC-78466686FDA0}"/>
          </ac:picMkLst>
        </pc:picChg>
        <pc:picChg chg="add mod">
          <ac:chgData name="Azlan Bin Yusof" userId="90de2ec5-b863-4a82-b732-dce022cc5e5f" providerId="ADAL" clId="{5D07A054-A7F1-4443-9FED-128A88F9716D}" dt="2026-10-28T02:41:35.296" v="247" actId="1076"/>
          <ac:picMkLst>
            <pc:docMk/>
            <pc:sldMk cId="3924949764" sldId="257"/>
            <ac:picMk id="12" creationId="{32967839-9AB7-76DF-A3E3-BFA5C82A41D4}"/>
          </ac:picMkLst>
        </pc:picChg>
      </pc:sldChg>
      <pc:sldChg chg="modSp mod ord">
        <pc:chgData name="Azlan Bin Yusof" userId="90de2ec5-b863-4a82-b732-dce022cc5e5f" providerId="ADAL" clId="{5D07A054-A7F1-4443-9FED-128A88F9716D}" dt="2026-10-28T02:35:28.570" v="91" actId="20577"/>
        <pc:sldMkLst>
          <pc:docMk/>
          <pc:sldMk cId="2485585779" sldId="258"/>
        </pc:sldMkLst>
        <pc:spChg chg="mod">
          <ac:chgData name="Azlan Bin Yusof" userId="90de2ec5-b863-4a82-b732-dce022cc5e5f" providerId="ADAL" clId="{5D07A054-A7F1-4443-9FED-128A88F9716D}" dt="2026-10-28T02:35:28.570" v="91" actId="20577"/>
          <ac:spMkLst>
            <pc:docMk/>
            <pc:sldMk cId="2485585779" sldId="258"/>
            <ac:spMk id="2" creationId="{F2E32C05-392F-8D72-4CF7-EE439743FB45}"/>
          </ac:spMkLst>
        </pc:spChg>
      </pc:sldChg>
      <pc:sldChg chg="modSp mod ord">
        <pc:chgData name="Azlan Bin Yusof" userId="90de2ec5-b863-4a82-b732-dce022cc5e5f" providerId="ADAL" clId="{5D07A054-A7F1-4443-9FED-128A88F9716D}" dt="2026-10-28T02:35:33.113" v="98" actId="20577"/>
        <pc:sldMkLst>
          <pc:docMk/>
          <pc:sldMk cId="1895169932" sldId="259"/>
        </pc:sldMkLst>
        <pc:spChg chg="mod">
          <ac:chgData name="Azlan Bin Yusof" userId="90de2ec5-b863-4a82-b732-dce022cc5e5f" providerId="ADAL" clId="{5D07A054-A7F1-4443-9FED-128A88F9716D}" dt="2026-10-28T02:35:33.113" v="98" actId="20577"/>
          <ac:spMkLst>
            <pc:docMk/>
            <pc:sldMk cId="1895169932" sldId="259"/>
            <ac:spMk id="2" creationId="{EB53C9CE-55CE-B71D-9043-51B0E96EF222}"/>
          </ac:spMkLst>
        </pc:spChg>
      </pc:sldChg>
      <pc:sldChg chg="addSp delSp modSp del mod">
        <pc:chgData name="Azlan Bin Yusof" userId="90de2ec5-b863-4a82-b732-dce022cc5e5f" providerId="ADAL" clId="{5D07A054-A7F1-4443-9FED-128A88F9716D}" dt="2026-10-28T02:34:21.864" v="72" actId="47"/>
        <pc:sldMkLst>
          <pc:docMk/>
          <pc:sldMk cId="2921297414" sldId="260"/>
        </pc:sldMkLst>
        <pc:spChg chg="add mod">
          <ac:chgData name="Azlan Bin Yusof" userId="90de2ec5-b863-4a82-b732-dce022cc5e5f" providerId="ADAL" clId="{5D07A054-A7F1-4443-9FED-128A88F9716D}" dt="2026-10-28T02:22:00.635" v="8" actId="21"/>
          <ac:spMkLst>
            <pc:docMk/>
            <pc:sldMk cId="2921297414" sldId="260"/>
            <ac:spMk id="4" creationId="{19BA45B1-0006-A32D-A823-C382DD97EF0F}"/>
          </ac:spMkLst>
        </pc:spChg>
        <pc:picChg chg="del">
          <ac:chgData name="Azlan Bin Yusof" userId="90de2ec5-b863-4a82-b732-dce022cc5e5f" providerId="ADAL" clId="{5D07A054-A7F1-4443-9FED-128A88F9716D}" dt="2026-10-28T02:26:50.315" v="29" actId="21"/>
          <ac:picMkLst>
            <pc:docMk/>
            <pc:sldMk cId="2921297414" sldId="260"/>
            <ac:picMk id="5" creationId="{E52D550C-98FE-2DE5-7D8C-994BF37A0652}"/>
          </ac:picMkLst>
        </pc:picChg>
        <pc:picChg chg="del">
          <ac:chgData name="Azlan Bin Yusof" userId="90de2ec5-b863-4a82-b732-dce022cc5e5f" providerId="ADAL" clId="{5D07A054-A7F1-4443-9FED-128A88F9716D}" dt="2026-10-28T02:31:23.609" v="62" actId="21"/>
          <ac:picMkLst>
            <pc:docMk/>
            <pc:sldMk cId="2921297414" sldId="260"/>
            <ac:picMk id="7" creationId="{3339FDC2-DE08-D13B-219D-A0DC4EA7C46D}"/>
          </ac:picMkLst>
        </pc:picChg>
        <pc:picChg chg="add del">
          <ac:chgData name="Azlan Bin Yusof" userId="90de2ec5-b863-4a82-b732-dce022cc5e5f" providerId="ADAL" clId="{5D07A054-A7F1-4443-9FED-128A88F9716D}" dt="2026-10-28T02:27:34.056" v="38" actId="21"/>
          <ac:picMkLst>
            <pc:docMk/>
            <pc:sldMk cId="2921297414" sldId="260"/>
            <ac:picMk id="8" creationId="{066FF225-F66D-D223-60B5-5C82B5294B3C}"/>
          </ac:picMkLst>
        </pc:picChg>
        <pc:picChg chg="del">
          <ac:chgData name="Azlan Bin Yusof" userId="90de2ec5-b863-4a82-b732-dce022cc5e5f" providerId="ADAL" clId="{5D07A054-A7F1-4443-9FED-128A88F9716D}" dt="2026-10-28T02:31:23.609" v="62" actId="21"/>
          <ac:picMkLst>
            <pc:docMk/>
            <pc:sldMk cId="2921297414" sldId="260"/>
            <ac:picMk id="9" creationId="{69FE9436-C2D8-B03E-9C36-593EE169AB12}"/>
          </ac:picMkLst>
        </pc:picChg>
        <pc:picChg chg="del">
          <ac:chgData name="Azlan Bin Yusof" userId="90de2ec5-b863-4a82-b732-dce022cc5e5f" providerId="ADAL" clId="{5D07A054-A7F1-4443-9FED-128A88F9716D}" dt="2026-10-28T02:34:14.546" v="67" actId="21"/>
          <ac:picMkLst>
            <pc:docMk/>
            <pc:sldMk cId="2921297414" sldId="260"/>
            <ac:picMk id="11" creationId="{45179FCF-9339-00F7-C3EC-56F6F48092A9}"/>
          </ac:picMkLst>
        </pc:picChg>
        <pc:picChg chg="del">
          <ac:chgData name="Azlan Bin Yusof" userId="90de2ec5-b863-4a82-b732-dce022cc5e5f" providerId="ADAL" clId="{5D07A054-A7F1-4443-9FED-128A88F9716D}" dt="2026-10-28T02:22:00.635" v="8" actId="21"/>
          <ac:picMkLst>
            <pc:docMk/>
            <pc:sldMk cId="2921297414" sldId="260"/>
            <ac:picMk id="13" creationId="{ED4ACD2C-2212-B735-1736-82453959C487}"/>
          </ac:picMkLst>
        </pc:picChg>
        <pc:picChg chg="del">
          <ac:chgData name="Azlan Bin Yusof" userId="90de2ec5-b863-4a82-b732-dce022cc5e5f" providerId="ADAL" clId="{5D07A054-A7F1-4443-9FED-128A88F9716D}" dt="2026-10-28T02:22:00.635" v="8" actId="21"/>
          <ac:picMkLst>
            <pc:docMk/>
            <pc:sldMk cId="2921297414" sldId="260"/>
            <ac:picMk id="15" creationId="{0CCD3339-B212-4089-0901-D7C32A15CBEE}"/>
          </ac:picMkLst>
        </pc:picChg>
        <pc:picChg chg="del">
          <ac:chgData name="Azlan Bin Yusof" userId="90de2ec5-b863-4a82-b732-dce022cc5e5f" providerId="ADAL" clId="{5D07A054-A7F1-4443-9FED-128A88F9716D}" dt="2026-10-28T02:22:00.635" v="8" actId="21"/>
          <ac:picMkLst>
            <pc:docMk/>
            <pc:sldMk cId="2921297414" sldId="260"/>
            <ac:picMk id="17" creationId="{F8410319-B248-598B-C0F6-61A1E3B9CF6A}"/>
          </ac:picMkLst>
        </pc:picChg>
        <pc:picChg chg="del">
          <ac:chgData name="Azlan Bin Yusof" userId="90de2ec5-b863-4a82-b732-dce022cc5e5f" providerId="ADAL" clId="{5D07A054-A7F1-4443-9FED-128A88F9716D}" dt="2026-10-28T02:22:00.635" v="8" actId="21"/>
          <ac:picMkLst>
            <pc:docMk/>
            <pc:sldMk cId="2921297414" sldId="260"/>
            <ac:picMk id="19" creationId="{8F87AF14-4E45-95AB-DB9F-28B45C8F1B3D}"/>
          </ac:picMkLst>
        </pc:picChg>
        <pc:picChg chg="del">
          <ac:chgData name="Azlan Bin Yusof" userId="90de2ec5-b863-4a82-b732-dce022cc5e5f" providerId="ADAL" clId="{5D07A054-A7F1-4443-9FED-128A88F9716D}" dt="2026-10-28T02:22:00.635" v="8" actId="21"/>
          <ac:picMkLst>
            <pc:docMk/>
            <pc:sldMk cId="2921297414" sldId="260"/>
            <ac:picMk id="21" creationId="{F89FF85D-4B48-EA43-05D8-FFB4125958ED}"/>
          </ac:picMkLst>
        </pc:picChg>
      </pc:sldChg>
      <pc:sldChg chg="modSp mod">
        <pc:chgData name="Azlan Bin Yusof" userId="90de2ec5-b863-4a82-b732-dce022cc5e5f" providerId="ADAL" clId="{5D07A054-A7F1-4443-9FED-128A88F9716D}" dt="2026-10-28T02:43:09.248" v="256" actId="1076"/>
        <pc:sldMkLst>
          <pc:docMk/>
          <pc:sldMk cId="3144862524" sldId="261"/>
        </pc:sldMkLst>
        <pc:picChg chg="mod">
          <ac:chgData name="Azlan Bin Yusof" userId="90de2ec5-b863-4a82-b732-dce022cc5e5f" providerId="ADAL" clId="{5D07A054-A7F1-4443-9FED-128A88F9716D}" dt="2026-10-28T02:43:09.248" v="256" actId="1076"/>
          <ac:picMkLst>
            <pc:docMk/>
            <pc:sldMk cId="3144862524" sldId="261"/>
            <ac:picMk id="5" creationId="{AB19577A-F5FB-23D5-BD05-B39D88B3D10D}"/>
          </ac:picMkLst>
        </pc:picChg>
        <pc:picChg chg="mod ord">
          <ac:chgData name="Azlan Bin Yusof" userId="90de2ec5-b863-4a82-b732-dce022cc5e5f" providerId="ADAL" clId="{5D07A054-A7F1-4443-9FED-128A88F9716D}" dt="2026-10-28T02:42:50.883" v="251" actId="166"/>
          <ac:picMkLst>
            <pc:docMk/>
            <pc:sldMk cId="3144862524" sldId="261"/>
            <ac:picMk id="7" creationId="{CBE5D0C6-59E1-865F-0345-7B11C3F7652E}"/>
          </ac:picMkLst>
        </pc:picChg>
        <pc:picChg chg="mod">
          <ac:chgData name="Azlan Bin Yusof" userId="90de2ec5-b863-4a82-b732-dce022cc5e5f" providerId="ADAL" clId="{5D07A054-A7F1-4443-9FED-128A88F9716D}" dt="2026-10-28T02:42:59.573" v="253" actId="1076"/>
          <ac:picMkLst>
            <pc:docMk/>
            <pc:sldMk cId="3144862524" sldId="261"/>
            <ac:picMk id="9" creationId="{3D45DB20-689A-0E85-F5C8-0B26D18C996E}"/>
          </ac:picMkLst>
        </pc:picChg>
      </pc:sldChg>
      <pc:sldChg chg="addSp modSp mod">
        <pc:chgData name="Azlan Bin Yusof" userId="90de2ec5-b863-4a82-b732-dce022cc5e5f" providerId="ADAL" clId="{5D07A054-A7F1-4443-9FED-128A88F9716D}" dt="2026-10-28T02:23:03.332" v="17" actId="1076"/>
        <pc:sldMkLst>
          <pc:docMk/>
          <pc:sldMk cId="1389749529" sldId="262"/>
        </pc:sldMkLst>
        <pc:picChg chg="add mod">
          <ac:chgData name="Azlan Bin Yusof" userId="90de2ec5-b863-4a82-b732-dce022cc5e5f" providerId="ADAL" clId="{5D07A054-A7F1-4443-9FED-128A88F9716D}" dt="2026-10-28T02:23:03.332" v="17" actId="1076"/>
          <ac:picMkLst>
            <pc:docMk/>
            <pc:sldMk cId="1389749529" sldId="262"/>
            <ac:picMk id="6" creationId="{98ED0DEE-2296-B243-47AD-06C4EBE18439}"/>
          </ac:picMkLst>
        </pc:picChg>
        <pc:picChg chg="add mod">
          <ac:chgData name="Azlan Bin Yusof" userId="90de2ec5-b863-4a82-b732-dce022cc5e5f" providerId="ADAL" clId="{5D07A054-A7F1-4443-9FED-128A88F9716D}" dt="2026-10-28T02:23:03.332" v="17" actId="1076"/>
          <ac:picMkLst>
            <pc:docMk/>
            <pc:sldMk cId="1389749529" sldId="262"/>
            <ac:picMk id="13" creationId="{ED4ACD2C-2212-B735-1736-82453959C487}"/>
          </ac:picMkLst>
        </pc:picChg>
        <pc:picChg chg="add mod">
          <ac:chgData name="Azlan Bin Yusof" userId="90de2ec5-b863-4a82-b732-dce022cc5e5f" providerId="ADAL" clId="{5D07A054-A7F1-4443-9FED-128A88F9716D}" dt="2026-10-28T02:23:03.332" v="17" actId="1076"/>
          <ac:picMkLst>
            <pc:docMk/>
            <pc:sldMk cId="1389749529" sldId="262"/>
            <ac:picMk id="15" creationId="{0CCD3339-B212-4089-0901-D7C32A15CBEE}"/>
          </ac:picMkLst>
        </pc:picChg>
        <pc:picChg chg="add mod">
          <ac:chgData name="Azlan Bin Yusof" userId="90de2ec5-b863-4a82-b732-dce022cc5e5f" providerId="ADAL" clId="{5D07A054-A7F1-4443-9FED-128A88F9716D}" dt="2026-10-28T02:23:03.332" v="17" actId="1076"/>
          <ac:picMkLst>
            <pc:docMk/>
            <pc:sldMk cId="1389749529" sldId="262"/>
            <ac:picMk id="17" creationId="{F8410319-B248-598B-C0F6-61A1E3B9CF6A}"/>
          </ac:picMkLst>
        </pc:picChg>
        <pc:picChg chg="add mod">
          <ac:chgData name="Azlan Bin Yusof" userId="90de2ec5-b863-4a82-b732-dce022cc5e5f" providerId="ADAL" clId="{5D07A054-A7F1-4443-9FED-128A88F9716D}" dt="2026-10-28T02:23:03.332" v="17" actId="1076"/>
          <ac:picMkLst>
            <pc:docMk/>
            <pc:sldMk cId="1389749529" sldId="262"/>
            <ac:picMk id="19" creationId="{8F87AF14-4E45-95AB-DB9F-28B45C8F1B3D}"/>
          </ac:picMkLst>
        </pc:picChg>
        <pc:picChg chg="add mod">
          <ac:chgData name="Azlan Bin Yusof" userId="90de2ec5-b863-4a82-b732-dce022cc5e5f" providerId="ADAL" clId="{5D07A054-A7F1-4443-9FED-128A88F9716D}" dt="2026-10-28T02:23:03.332" v="17" actId="1076"/>
          <ac:picMkLst>
            <pc:docMk/>
            <pc:sldMk cId="1389749529" sldId="262"/>
            <ac:picMk id="21" creationId="{F89FF85D-4B48-EA43-05D8-FFB4125958ED}"/>
          </ac:picMkLst>
        </pc:picChg>
      </pc:sldChg>
      <pc:sldChg chg="addSp modSp mod">
        <pc:chgData name="Azlan Bin Yusof" userId="90de2ec5-b863-4a82-b732-dce022cc5e5f" providerId="ADAL" clId="{5D07A054-A7F1-4443-9FED-128A88F9716D}" dt="2026-10-28T02:20:52.308" v="7" actId="1076"/>
        <pc:sldMkLst>
          <pc:docMk/>
          <pc:sldMk cId="2316822712" sldId="264"/>
        </pc:sldMkLst>
        <pc:picChg chg="add mod">
          <ac:chgData name="Azlan Bin Yusof" userId="90de2ec5-b863-4a82-b732-dce022cc5e5f" providerId="ADAL" clId="{5D07A054-A7F1-4443-9FED-128A88F9716D}" dt="2026-10-28T02:20:19.780" v="3" actId="1076"/>
          <ac:picMkLst>
            <pc:docMk/>
            <pc:sldMk cId="2316822712" sldId="264"/>
            <ac:picMk id="6" creationId="{809A0D76-C7D8-0A77-99DD-9BE9FCBE8D89}"/>
          </ac:picMkLst>
        </pc:picChg>
        <pc:picChg chg="add mod">
          <ac:chgData name="Azlan Bin Yusof" userId="90de2ec5-b863-4a82-b732-dce022cc5e5f" providerId="ADAL" clId="{5D07A054-A7F1-4443-9FED-128A88F9716D}" dt="2026-10-28T02:20:52.308" v="7" actId="1076"/>
          <ac:picMkLst>
            <pc:docMk/>
            <pc:sldMk cId="2316822712" sldId="264"/>
            <ac:picMk id="8" creationId="{4446F3FB-9C97-E48D-9BD6-5532F356C422}"/>
          </ac:picMkLst>
        </pc:picChg>
      </pc:sldChg>
      <pc:sldChg chg="addSp delSp modSp new mod">
        <pc:chgData name="Azlan Bin Yusof" userId="90de2ec5-b863-4a82-b732-dce022cc5e5f" providerId="ADAL" clId="{5D07A054-A7F1-4443-9FED-128A88F9716D}" dt="2026-10-28T02:35:12.306" v="78" actId="478"/>
        <pc:sldMkLst>
          <pc:docMk/>
          <pc:sldMk cId="660396390" sldId="265"/>
        </pc:sldMkLst>
        <pc:spChg chg="del">
          <ac:chgData name="Azlan Bin Yusof" userId="90de2ec5-b863-4a82-b732-dce022cc5e5f" providerId="ADAL" clId="{5D07A054-A7F1-4443-9FED-128A88F9716D}" dt="2026-10-28T02:35:10.250" v="77" actId="478"/>
          <ac:spMkLst>
            <pc:docMk/>
            <pc:sldMk cId="660396390" sldId="265"/>
            <ac:spMk id="2" creationId="{EA12C921-F738-0368-12D3-620DE6A1B0ED}"/>
          </ac:spMkLst>
        </pc:spChg>
        <pc:spChg chg="del">
          <ac:chgData name="Azlan Bin Yusof" userId="90de2ec5-b863-4a82-b732-dce022cc5e5f" providerId="ADAL" clId="{5D07A054-A7F1-4443-9FED-128A88F9716D}" dt="2026-10-28T02:35:12.306" v="78" actId="478"/>
          <ac:spMkLst>
            <pc:docMk/>
            <pc:sldMk cId="660396390" sldId="265"/>
            <ac:spMk id="3" creationId="{78CE9576-C806-96EE-7065-1A64949FFDBA}"/>
          </ac:spMkLst>
        </pc:spChg>
        <pc:picChg chg="add">
          <ac:chgData name="Azlan Bin Yusof" userId="90de2ec5-b863-4a82-b732-dce022cc5e5f" providerId="ADAL" clId="{5D07A054-A7F1-4443-9FED-128A88F9716D}" dt="2026-10-28T02:23:49.800" v="19" actId="22"/>
          <ac:picMkLst>
            <pc:docMk/>
            <pc:sldMk cId="660396390" sldId="265"/>
            <ac:picMk id="5" creationId="{B7E47FE1-47E8-CA76-BF2A-E5DDF0640F74}"/>
          </ac:picMkLst>
        </pc:picChg>
        <pc:picChg chg="add mod">
          <ac:chgData name="Azlan Bin Yusof" userId="90de2ec5-b863-4a82-b732-dce022cc5e5f" providerId="ADAL" clId="{5D07A054-A7F1-4443-9FED-128A88F9716D}" dt="2026-10-28T02:25:50.459" v="26" actId="1076"/>
          <ac:picMkLst>
            <pc:docMk/>
            <pc:sldMk cId="660396390" sldId="265"/>
            <ac:picMk id="7" creationId="{A3296487-C20E-5527-2CC9-9A21F423ACC9}"/>
          </ac:picMkLst>
        </pc:picChg>
        <pc:picChg chg="add mod">
          <ac:chgData name="Azlan Bin Yusof" userId="90de2ec5-b863-4a82-b732-dce022cc5e5f" providerId="ADAL" clId="{5D07A054-A7F1-4443-9FED-128A88F9716D}" dt="2026-10-28T02:27:00.984" v="34" actId="1076"/>
          <ac:picMkLst>
            <pc:docMk/>
            <pc:sldMk cId="660396390" sldId="265"/>
            <ac:picMk id="9" creationId="{7EB6AA21-DD44-282F-FF83-6431B46568E9}"/>
          </ac:picMkLst>
        </pc:picChg>
        <pc:picChg chg="add mod">
          <ac:chgData name="Azlan Bin Yusof" userId="90de2ec5-b863-4a82-b732-dce022cc5e5f" providerId="ADAL" clId="{5D07A054-A7F1-4443-9FED-128A88F9716D}" dt="2026-10-28T02:27:01.958" v="35" actId="1076"/>
          <ac:picMkLst>
            <pc:docMk/>
            <pc:sldMk cId="660396390" sldId="265"/>
            <ac:picMk id="11" creationId="{B6396612-3B1E-1478-C45A-5462DC0D9178}"/>
          </ac:picMkLst>
        </pc:picChg>
      </pc:sldChg>
      <pc:sldChg chg="addSp delSp modSp new mod">
        <pc:chgData name="Azlan Bin Yusof" userId="90de2ec5-b863-4a82-b732-dce022cc5e5f" providerId="ADAL" clId="{5D07A054-A7F1-4443-9FED-128A88F9716D}" dt="2026-10-28T02:35:07.113" v="76" actId="478"/>
        <pc:sldMkLst>
          <pc:docMk/>
          <pc:sldMk cId="352988894" sldId="266"/>
        </pc:sldMkLst>
        <pc:spChg chg="del">
          <ac:chgData name="Azlan Bin Yusof" userId="90de2ec5-b863-4a82-b732-dce022cc5e5f" providerId="ADAL" clId="{5D07A054-A7F1-4443-9FED-128A88F9716D}" dt="2026-10-28T02:35:05.721" v="75" actId="478"/>
          <ac:spMkLst>
            <pc:docMk/>
            <pc:sldMk cId="352988894" sldId="266"/>
            <ac:spMk id="2" creationId="{48603BC5-91AF-AEF6-224C-DE6286D7B526}"/>
          </ac:spMkLst>
        </pc:spChg>
        <pc:spChg chg="del">
          <ac:chgData name="Azlan Bin Yusof" userId="90de2ec5-b863-4a82-b732-dce022cc5e5f" providerId="ADAL" clId="{5D07A054-A7F1-4443-9FED-128A88F9716D}" dt="2026-10-28T02:35:07.113" v="76" actId="478"/>
          <ac:spMkLst>
            <pc:docMk/>
            <pc:sldMk cId="352988894" sldId="266"/>
            <ac:spMk id="3" creationId="{38DE446F-FBB5-2E01-6B26-F2FA06A2122C}"/>
          </ac:spMkLst>
        </pc:spChg>
        <pc:picChg chg="add mod">
          <ac:chgData name="Azlan Bin Yusof" userId="90de2ec5-b863-4a82-b732-dce022cc5e5f" providerId="ADAL" clId="{5D07A054-A7F1-4443-9FED-128A88F9716D}" dt="2026-10-28T02:25:19.601" v="24" actId="1076"/>
          <ac:picMkLst>
            <pc:docMk/>
            <pc:sldMk cId="352988894" sldId="266"/>
            <ac:picMk id="5" creationId="{8B024F1B-DE6D-3F17-093C-A78377B9ED0D}"/>
          </ac:picMkLst>
        </pc:picChg>
        <pc:picChg chg="add ord">
          <ac:chgData name="Azlan Bin Yusof" userId="90de2ec5-b863-4a82-b732-dce022cc5e5f" providerId="ADAL" clId="{5D07A054-A7F1-4443-9FED-128A88F9716D}" dt="2026-10-28T02:25:14.287" v="23" actId="167"/>
          <ac:picMkLst>
            <pc:docMk/>
            <pc:sldMk cId="352988894" sldId="266"/>
            <ac:picMk id="7" creationId="{557F61DD-4C63-275E-2E86-03ECA4C6FA0F}"/>
          </ac:picMkLst>
        </pc:picChg>
      </pc:sldChg>
      <pc:sldChg chg="addSp delSp modSp new mod">
        <pc:chgData name="Azlan Bin Yusof" userId="90de2ec5-b863-4a82-b732-dce022cc5e5f" providerId="ADAL" clId="{5D07A054-A7F1-4443-9FED-128A88F9716D}" dt="2026-10-28T02:35:16.378" v="80" actId="478"/>
        <pc:sldMkLst>
          <pc:docMk/>
          <pc:sldMk cId="1539135362" sldId="267"/>
        </pc:sldMkLst>
        <pc:spChg chg="del">
          <ac:chgData name="Azlan Bin Yusof" userId="90de2ec5-b863-4a82-b732-dce022cc5e5f" providerId="ADAL" clId="{5D07A054-A7F1-4443-9FED-128A88F9716D}" dt="2026-10-28T02:35:16.378" v="80" actId="478"/>
          <ac:spMkLst>
            <pc:docMk/>
            <pc:sldMk cId="1539135362" sldId="267"/>
            <ac:spMk id="2" creationId="{54168ED4-AC5F-1C48-FC88-DF9AEBECA98E}"/>
          </ac:spMkLst>
        </pc:spChg>
        <pc:spChg chg="del">
          <ac:chgData name="Azlan Bin Yusof" userId="90de2ec5-b863-4a82-b732-dce022cc5e5f" providerId="ADAL" clId="{5D07A054-A7F1-4443-9FED-128A88F9716D}" dt="2026-10-28T02:35:15.170" v="79" actId="478"/>
          <ac:spMkLst>
            <pc:docMk/>
            <pc:sldMk cId="1539135362" sldId="267"/>
            <ac:spMk id="3" creationId="{6B4BFE7F-1CAF-7119-BE23-CFEFCC986631}"/>
          </ac:spMkLst>
        </pc:spChg>
        <pc:picChg chg="add del">
          <ac:chgData name="Azlan Bin Yusof" userId="90de2ec5-b863-4a82-b732-dce022cc5e5f" providerId="ADAL" clId="{5D07A054-A7F1-4443-9FED-128A88F9716D}" dt="2026-10-28T02:27:58.635" v="40" actId="478"/>
          <ac:picMkLst>
            <pc:docMk/>
            <pc:sldMk cId="1539135362" sldId="267"/>
            <ac:picMk id="5" creationId="{C4829AB3-F4B6-A114-13E4-412270F97752}"/>
          </ac:picMkLst>
        </pc:picChg>
        <pc:picChg chg="add">
          <ac:chgData name="Azlan Bin Yusof" userId="90de2ec5-b863-4a82-b732-dce022cc5e5f" providerId="ADAL" clId="{5D07A054-A7F1-4443-9FED-128A88F9716D}" dt="2026-10-28T02:27:59.058" v="41" actId="22"/>
          <ac:picMkLst>
            <pc:docMk/>
            <pc:sldMk cId="1539135362" sldId="267"/>
            <ac:picMk id="7" creationId="{EF85AA47-967F-8584-5FFB-E9BE41F4BF7B}"/>
          </ac:picMkLst>
        </pc:picChg>
        <pc:picChg chg="add mod">
          <ac:chgData name="Azlan Bin Yusof" userId="90de2ec5-b863-4a82-b732-dce022cc5e5f" providerId="ADAL" clId="{5D07A054-A7F1-4443-9FED-128A88F9716D}" dt="2026-10-28T02:28:46.978" v="43" actId="1076"/>
          <ac:picMkLst>
            <pc:docMk/>
            <pc:sldMk cId="1539135362" sldId="267"/>
            <ac:picMk id="9" creationId="{24EBF079-DBD8-BB99-A208-7F372E5DA496}"/>
          </ac:picMkLst>
        </pc:picChg>
      </pc:sldChg>
      <pc:sldChg chg="addSp delSp modSp new mod">
        <pc:chgData name="Azlan Bin Yusof" userId="90de2ec5-b863-4a82-b732-dce022cc5e5f" providerId="ADAL" clId="{5D07A054-A7F1-4443-9FED-128A88F9716D}" dt="2026-10-28T02:35:19.217" v="81" actId="478"/>
        <pc:sldMkLst>
          <pc:docMk/>
          <pc:sldMk cId="1997090164" sldId="268"/>
        </pc:sldMkLst>
        <pc:spChg chg="del">
          <ac:chgData name="Azlan Bin Yusof" userId="90de2ec5-b863-4a82-b732-dce022cc5e5f" providerId="ADAL" clId="{5D07A054-A7F1-4443-9FED-128A88F9716D}" dt="2026-10-28T02:35:19.217" v="81" actId="478"/>
          <ac:spMkLst>
            <pc:docMk/>
            <pc:sldMk cId="1997090164" sldId="268"/>
            <ac:spMk id="2" creationId="{F4EFA644-90E5-A798-02C1-53E6782664A5}"/>
          </ac:spMkLst>
        </pc:spChg>
        <pc:spChg chg="del">
          <ac:chgData name="Azlan Bin Yusof" userId="90de2ec5-b863-4a82-b732-dce022cc5e5f" providerId="ADAL" clId="{5D07A054-A7F1-4443-9FED-128A88F9716D}" dt="2026-10-28T02:29:44.435" v="50" actId="478"/>
          <ac:spMkLst>
            <pc:docMk/>
            <pc:sldMk cId="1997090164" sldId="268"/>
            <ac:spMk id="3" creationId="{5A8622C9-03F5-9B01-8359-5AA3F0290D02}"/>
          </ac:spMkLst>
        </pc:spChg>
        <pc:picChg chg="add mod">
          <ac:chgData name="Azlan Bin Yusof" userId="90de2ec5-b863-4a82-b732-dce022cc5e5f" providerId="ADAL" clId="{5D07A054-A7F1-4443-9FED-128A88F9716D}" dt="2026-10-28T02:29:52.226" v="51" actId="1076"/>
          <ac:picMkLst>
            <pc:docMk/>
            <pc:sldMk cId="1997090164" sldId="268"/>
            <ac:picMk id="5" creationId="{1D3B0C41-936E-8D15-8F09-6425D3EEE695}"/>
          </ac:picMkLst>
        </pc:picChg>
        <pc:picChg chg="add ord">
          <ac:chgData name="Azlan Bin Yusof" userId="90de2ec5-b863-4a82-b732-dce022cc5e5f" providerId="ADAL" clId="{5D07A054-A7F1-4443-9FED-128A88F9716D}" dt="2026-10-28T02:29:35.408" v="48" actId="167"/>
          <ac:picMkLst>
            <pc:docMk/>
            <pc:sldMk cId="1997090164" sldId="268"/>
            <ac:picMk id="7" creationId="{792DB9FD-836A-430D-4BFD-DB66C56A33C7}"/>
          </ac:picMkLst>
        </pc:picChg>
      </pc:sldChg>
      <pc:sldChg chg="addSp delSp modSp new mod">
        <pc:chgData name="Azlan Bin Yusof" userId="90de2ec5-b863-4a82-b732-dce022cc5e5f" providerId="ADAL" clId="{5D07A054-A7F1-4443-9FED-128A88F9716D}" dt="2026-10-28T02:34:20.698" v="71" actId="1076"/>
        <pc:sldMkLst>
          <pc:docMk/>
          <pc:sldMk cId="2710097024" sldId="269"/>
        </pc:sldMkLst>
        <pc:spChg chg="del">
          <ac:chgData name="Azlan Bin Yusof" userId="90de2ec5-b863-4a82-b732-dce022cc5e5f" providerId="ADAL" clId="{5D07A054-A7F1-4443-9FED-128A88F9716D}" dt="2026-10-28T02:30:37.186" v="58" actId="478"/>
          <ac:spMkLst>
            <pc:docMk/>
            <pc:sldMk cId="2710097024" sldId="269"/>
            <ac:spMk id="2" creationId="{B0132DEF-D81E-41ED-31E3-153553CA944B}"/>
          </ac:spMkLst>
        </pc:spChg>
        <pc:spChg chg="del">
          <ac:chgData name="Azlan Bin Yusof" userId="90de2ec5-b863-4a82-b732-dce022cc5e5f" providerId="ADAL" clId="{5D07A054-A7F1-4443-9FED-128A88F9716D}" dt="2026-10-28T02:30:35.851" v="57" actId="478"/>
          <ac:spMkLst>
            <pc:docMk/>
            <pc:sldMk cId="2710097024" sldId="269"/>
            <ac:spMk id="3" creationId="{DD267DD7-9607-3B40-44FE-4850E31FAAD3}"/>
          </ac:spMkLst>
        </pc:spChg>
        <pc:picChg chg="add mod ord">
          <ac:chgData name="Azlan Bin Yusof" userId="90de2ec5-b863-4a82-b732-dce022cc5e5f" providerId="ADAL" clId="{5D07A054-A7F1-4443-9FED-128A88F9716D}" dt="2026-10-28T02:31:04.823" v="61" actId="166"/>
          <ac:picMkLst>
            <pc:docMk/>
            <pc:sldMk cId="2710097024" sldId="269"/>
            <ac:picMk id="5" creationId="{887C1AAE-5188-CE7D-4BEE-713DA43363E2}"/>
          </ac:picMkLst>
        </pc:picChg>
        <pc:picChg chg="add del ord">
          <ac:chgData name="Azlan Bin Yusof" userId="90de2ec5-b863-4a82-b732-dce022cc5e5f" providerId="ADAL" clId="{5D07A054-A7F1-4443-9FED-128A88F9716D}" dt="2026-10-28T02:31:00.634" v="59" actId="478"/>
          <ac:picMkLst>
            <pc:docMk/>
            <pc:sldMk cId="2710097024" sldId="269"/>
            <ac:picMk id="7" creationId="{94721FE2-0F91-94CD-396E-0A463CA40059}"/>
          </ac:picMkLst>
        </pc:picChg>
        <pc:picChg chg="add">
          <ac:chgData name="Azlan Bin Yusof" userId="90de2ec5-b863-4a82-b732-dce022cc5e5f" providerId="ADAL" clId="{5D07A054-A7F1-4443-9FED-128A88F9716D}" dt="2026-10-28T02:31:01.105" v="60" actId="22"/>
          <ac:picMkLst>
            <pc:docMk/>
            <pc:sldMk cId="2710097024" sldId="269"/>
            <ac:picMk id="9" creationId="{437FFE7D-BB83-E3CD-606E-E510C3809E6B}"/>
          </ac:picMkLst>
        </pc:picChg>
        <pc:picChg chg="add mod">
          <ac:chgData name="Azlan Bin Yusof" userId="90de2ec5-b863-4a82-b732-dce022cc5e5f" providerId="ADAL" clId="{5D07A054-A7F1-4443-9FED-128A88F9716D}" dt="2026-10-28T02:31:31.010" v="65" actId="1076"/>
          <ac:picMkLst>
            <pc:docMk/>
            <pc:sldMk cId="2710097024" sldId="269"/>
            <ac:picMk id="11" creationId="{B5AAF39A-E762-CFD8-7916-B4B5AB92F351}"/>
          </ac:picMkLst>
        </pc:picChg>
        <pc:picChg chg="add mod">
          <ac:chgData name="Azlan Bin Yusof" userId="90de2ec5-b863-4a82-b732-dce022cc5e5f" providerId="ADAL" clId="{5D07A054-A7F1-4443-9FED-128A88F9716D}" dt="2026-10-28T02:31:33.546" v="66" actId="1076"/>
          <ac:picMkLst>
            <pc:docMk/>
            <pc:sldMk cId="2710097024" sldId="269"/>
            <ac:picMk id="13" creationId="{8429647A-6460-C7C3-B621-37AB70B2F3C2}"/>
          </ac:picMkLst>
        </pc:picChg>
        <pc:picChg chg="add mod">
          <ac:chgData name="Azlan Bin Yusof" userId="90de2ec5-b863-4a82-b732-dce022cc5e5f" providerId="ADAL" clId="{5D07A054-A7F1-4443-9FED-128A88F9716D}" dt="2026-10-28T02:34:20.698" v="71" actId="1076"/>
          <ac:picMkLst>
            <pc:docMk/>
            <pc:sldMk cId="2710097024" sldId="269"/>
            <ac:picMk id="15" creationId="{BDA13A88-5CF3-1ED2-F408-CB5AEF86B72A}"/>
          </ac:picMkLst>
        </pc:picChg>
      </pc:sldChg>
      <pc:sldChg chg="addSp delSp modSp new mod modClrScheme chgLayout">
        <pc:chgData name="Azlan Bin Yusof" userId="90de2ec5-b863-4a82-b732-dce022cc5e5f" providerId="ADAL" clId="{5D07A054-A7F1-4443-9FED-128A88F9716D}" dt="2026-10-28T02:37:10.049" v="232" actId="20577"/>
        <pc:sldMkLst>
          <pc:docMk/>
          <pc:sldMk cId="4055141639" sldId="270"/>
        </pc:sldMkLst>
        <pc:spChg chg="del mod ord">
          <ac:chgData name="Azlan Bin Yusof" userId="90de2ec5-b863-4a82-b732-dce022cc5e5f" providerId="ADAL" clId="{5D07A054-A7F1-4443-9FED-128A88F9716D}" dt="2026-10-28T02:36:35.306" v="100" actId="700"/>
          <ac:spMkLst>
            <pc:docMk/>
            <pc:sldMk cId="4055141639" sldId="270"/>
            <ac:spMk id="2" creationId="{76732FA6-5599-C615-F2B9-B0A1EB5E7F46}"/>
          </ac:spMkLst>
        </pc:spChg>
        <pc:spChg chg="del mod ord">
          <ac:chgData name="Azlan Bin Yusof" userId="90de2ec5-b863-4a82-b732-dce022cc5e5f" providerId="ADAL" clId="{5D07A054-A7F1-4443-9FED-128A88F9716D}" dt="2026-10-28T02:36:35.306" v="100" actId="700"/>
          <ac:spMkLst>
            <pc:docMk/>
            <pc:sldMk cId="4055141639" sldId="270"/>
            <ac:spMk id="3" creationId="{2250D140-826C-A3CF-4CBB-2B410DEB4504}"/>
          </ac:spMkLst>
        </pc:spChg>
        <pc:spChg chg="add mod ord">
          <ac:chgData name="Azlan Bin Yusof" userId="90de2ec5-b863-4a82-b732-dce022cc5e5f" providerId="ADAL" clId="{5D07A054-A7F1-4443-9FED-128A88F9716D}" dt="2026-10-28T02:37:00.593" v="197" actId="20577"/>
          <ac:spMkLst>
            <pc:docMk/>
            <pc:sldMk cId="4055141639" sldId="270"/>
            <ac:spMk id="4" creationId="{D0CE776F-B27E-01E3-5DC7-A1A2603868FB}"/>
          </ac:spMkLst>
        </pc:spChg>
        <pc:spChg chg="add mod ord">
          <ac:chgData name="Azlan Bin Yusof" userId="90de2ec5-b863-4a82-b732-dce022cc5e5f" providerId="ADAL" clId="{5D07A054-A7F1-4443-9FED-128A88F9716D}" dt="2026-10-28T02:37:10.049" v="232" actId="20577"/>
          <ac:spMkLst>
            <pc:docMk/>
            <pc:sldMk cId="4055141639" sldId="270"/>
            <ac:spMk id="5" creationId="{140ED471-1C41-2289-32D8-65CE9CDC4C39}"/>
          </ac:spMkLst>
        </pc:spChg>
      </pc:sldChg>
      <pc:sldChg chg="modSp add mod">
        <pc:chgData name="Azlan Bin Yusof" userId="90de2ec5-b863-4a82-b732-dce022cc5e5f" providerId="ADAL" clId="{5D07A054-A7F1-4443-9FED-128A88F9716D}" dt="2026-10-28T03:46:07.516" v="463" actId="5793"/>
        <pc:sldMkLst>
          <pc:docMk/>
          <pc:sldMk cId="1724172143" sldId="271"/>
        </pc:sldMkLst>
        <pc:spChg chg="mod">
          <ac:chgData name="Azlan Bin Yusof" userId="90de2ec5-b863-4a82-b732-dce022cc5e5f" providerId="ADAL" clId="{5D07A054-A7F1-4443-9FED-128A88F9716D}" dt="2026-10-28T02:53:07.884" v="332" actId="20577"/>
          <ac:spMkLst>
            <pc:docMk/>
            <pc:sldMk cId="1724172143" sldId="271"/>
            <ac:spMk id="4" creationId="{F296EF85-6C12-B308-64A5-992A32C469C6}"/>
          </ac:spMkLst>
        </pc:spChg>
        <pc:spChg chg="mod">
          <ac:chgData name="Azlan Bin Yusof" userId="90de2ec5-b863-4a82-b732-dce022cc5e5f" providerId="ADAL" clId="{5D07A054-A7F1-4443-9FED-128A88F9716D}" dt="2026-10-28T03:46:07.516" v="463" actId="5793"/>
          <ac:spMkLst>
            <pc:docMk/>
            <pc:sldMk cId="1724172143" sldId="271"/>
            <ac:spMk id="5" creationId="{0312BCBC-8DBC-3A9B-6065-5F05067F9846}"/>
          </ac:spMkLst>
        </pc:spChg>
      </pc:sldChg>
      <pc:sldChg chg="addSp delSp modSp new mod">
        <pc:chgData name="Azlan Bin Yusof" userId="90de2ec5-b863-4a82-b732-dce022cc5e5f" providerId="ADAL" clId="{5D07A054-A7F1-4443-9FED-128A88F9716D}" dt="2026-10-28T03:43:37.741" v="457" actId="2161"/>
        <pc:sldMkLst>
          <pc:docMk/>
          <pc:sldMk cId="1805582980" sldId="272"/>
        </pc:sldMkLst>
        <pc:spChg chg="del">
          <ac:chgData name="Azlan Bin Yusof" userId="90de2ec5-b863-4a82-b732-dce022cc5e5f" providerId="ADAL" clId="{5D07A054-A7F1-4443-9FED-128A88F9716D}" dt="2026-10-28T03:35:47.975" v="359" actId="478"/>
          <ac:spMkLst>
            <pc:docMk/>
            <pc:sldMk cId="1805582980" sldId="272"/>
            <ac:spMk id="2" creationId="{D11DF596-0AEA-683A-B9D7-28726B5884F5}"/>
          </ac:spMkLst>
        </pc:spChg>
        <pc:spChg chg="del">
          <ac:chgData name="Azlan Bin Yusof" userId="90de2ec5-b863-4a82-b732-dce022cc5e5f" providerId="ADAL" clId="{5D07A054-A7F1-4443-9FED-128A88F9716D}" dt="2026-10-28T03:35:33.728" v="356"/>
          <ac:spMkLst>
            <pc:docMk/>
            <pc:sldMk cId="1805582980" sldId="272"/>
            <ac:spMk id="3" creationId="{CD29D42F-4447-156F-F431-2BB7358097EE}"/>
          </ac:spMkLst>
        </pc:spChg>
        <pc:graphicFrameChg chg="add mod modGraphic">
          <ac:chgData name="Azlan Bin Yusof" userId="90de2ec5-b863-4a82-b732-dce022cc5e5f" providerId="ADAL" clId="{5D07A054-A7F1-4443-9FED-128A88F9716D}" dt="2026-10-28T03:43:37.741" v="457" actId="2161"/>
          <ac:graphicFrameMkLst>
            <pc:docMk/>
            <pc:sldMk cId="1805582980" sldId="272"/>
            <ac:graphicFrameMk id="4" creationId="{4EA9C403-D396-12D3-858D-6442FE0EAA80}"/>
          </ac:graphicFrameMkLst>
        </pc:graphicFrameChg>
      </pc:sldChg>
      <pc:sldChg chg="addSp delSp modSp new mod">
        <pc:chgData name="Azlan Bin Yusof" userId="90de2ec5-b863-4a82-b732-dce022cc5e5f" providerId="ADAL" clId="{5D07A054-A7F1-4443-9FED-128A88F9716D}" dt="2026-10-28T03:38:59.868" v="449" actId="20577"/>
        <pc:sldMkLst>
          <pc:docMk/>
          <pc:sldMk cId="840169553" sldId="273"/>
        </pc:sldMkLst>
        <pc:spChg chg="add del mod">
          <ac:chgData name="Azlan Bin Yusof" userId="90de2ec5-b863-4a82-b732-dce022cc5e5f" providerId="ADAL" clId="{5D07A054-A7F1-4443-9FED-128A88F9716D}" dt="2026-10-28T03:38:49.345" v="429" actId="478"/>
          <ac:spMkLst>
            <pc:docMk/>
            <pc:sldMk cId="840169553" sldId="273"/>
            <ac:spMk id="2" creationId="{7768CF73-BD5E-037C-8591-B5C97A84015D}"/>
          </ac:spMkLst>
        </pc:spChg>
        <pc:spChg chg="mod">
          <ac:chgData name="Azlan Bin Yusof" userId="90de2ec5-b863-4a82-b732-dce022cc5e5f" providerId="ADAL" clId="{5D07A054-A7F1-4443-9FED-128A88F9716D}" dt="2026-10-28T03:38:59.868" v="449" actId="20577"/>
          <ac:spMkLst>
            <pc:docMk/>
            <pc:sldMk cId="840169553" sldId="273"/>
            <ac:spMk id="3" creationId="{08858445-CCBB-FABD-1E7B-92BC69A481EE}"/>
          </ac:spMkLst>
        </pc:spChg>
        <pc:spChg chg="add mod">
          <ac:chgData name="Azlan Bin Yusof" userId="90de2ec5-b863-4a82-b732-dce022cc5e5f" providerId="ADAL" clId="{5D07A054-A7F1-4443-9FED-128A88F9716D}" dt="2026-10-28T03:38:21.218" v="388" actId="1076"/>
          <ac:spMkLst>
            <pc:docMk/>
            <pc:sldMk cId="840169553" sldId="273"/>
            <ac:spMk id="5" creationId="{02C7FD05-0EE2-7C2B-A6C0-77DFF4C00B49}"/>
          </ac:spMkLst>
        </pc:spChg>
      </pc:sldChg>
      <pc:sldChg chg="addSp delSp modSp new mod">
        <pc:chgData name="Azlan Bin Yusof" userId="90de2ec5-b863-4a82-b732-dce022cc5e5f" providerId="ADAL" clId="{5D07A054-A7F1-4443-9FED-128A88F9716D}" dt="2026-10-28T03:45:19.757" v="461" actId="20577"/>
        <pc:sldMkLst>
          <pc:docMk/>
          <pc:sldMk cId="2398538234" sldId="274"/>
        </pc:sldMkLst>
        <pc:spChg chg="del">
          <ac:chgData name="Azlan Bin Yusof" userId="90de2ec5-b863-4a82-b732-dce022cc5e5f" providerId="ADAL" clId="{5D07A054-A7F1-4443-9FED-128A88F9716D}" dt="2026-10-28T03:43:05.063" v="451"/>
          <ac:spMkLst>
            <pc:docMk/>
            <pc:sldMk cId="2398538234" sldId="274"/>
            <ac:spMk id="3" creationId="{5F30F4E0-BBD2-AD9A-754D-A2BE90AC330E}"/>
          </ac:spMkLst>
        </pc:spChg>
        <pc:graphicFrameChg chg="add mod modGraphic">
          <ac:chgData name="Azlan Bin Yusof" userId="90de2ec5-b863-4a82-b732-dce022cc5e5f" providerId="ADAL" clId="{5D07A054-A7F1-4443-9FED-128A88F9716D}" dt="2026-10-28T03:45:19.757" v="461" actId="20577"/>
          <ac:graphicFrameMkLst>
            <pc:docMk/>
            <pc:sldMk cId="2398538234" sldId="274"/>
            <ac:graphicFrameMk id="4" creationId="{D808F96C-7416-CEE9-4E5F-11164A8A8BF7}"/>
          </ac:graphicFrameMkLst>
        </pc:graphicFrame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MY"/>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BB650DF5-46FF-4DDD-B9E9-D5F0D00874EA}" type="datetimeFigureOut">
              <a:rPr lang="en-MY" smtClean="0"/>
              <a:t>28/10/2026</a:t>
            </a:fld>
            <a:endParaRPr lang="en-MY"/>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9AF25F69-38BA-4A5A-9ABD-DC76E58FFF1B}" type="slidenum">
              <a:rPr lang="en-MY" smtClean="0"/>
              <a:t>‹#›</a:t>
            </a:fld>
            <a:endParaRPr lang="en-MY"/>
          </a:p>
        </p:txBody>
      </p:sp>
    </p:spTree>
    <p:extLst>
      <p:ext uri="{BB962C8B-B14F-4D97-AF65-F5344CB8AC3E}">
        <p14:creationId xmlns:p14="http://schemas.microsoft.com/office/powerpoint/2010/main" val="32437473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MY"/>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AF25F69-38BA-4A5A-9ABD-DC76E58FFF1B}" type="slidenum">
              <a:rPr lang="en-MY" smtClean="0"/>
              <a:t>‹#›</a:t>
            </a:fld>
            <a:endParaRPr lang="en-MY"/>
          </a:p>
        </p:txBody>
      </p:sp>
    </p:spTree>
    <p:extLst>
      <p:ext uri="{BB962C8B-B14F-4D97-AF65-F5344CB8AC3E}">
        <p14:creationId xmlns:p14="http://schemas.microsoft.com/office/powerpoint/2010/main" val="3998902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MY"/>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BB650DF5-46FF-4DDD-B9E9-D5F0D00874EA}" type="datetimeFigureOut">
              <a:rPr lang="en-MY" smtClean="0"/>
              <a:t>28/10/2026</a:t>
            </a:fld>
            <a:endParaRPr lang="en-MY"/>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9AF25F69-38BA-4A5A-9ABD-DC76E58FFF1B}" type="slidenum">
              <a:rPr lang="en-MY" smtClean="0"/>
              <a:t>‹#›</a:t>
            </a:fld>
            <a:endParaRPr lang="en-MY"/>
          </a:p>
        </p:txBody>
      </p:sp>
    </p:spTree>
    <p:extLst>
      <p:ext uri="{BB962C8B-B14F-4D97-AF65-F5344CB8AC3E}">
        <p14:creationId xmlns:p14="http://schemas.microsoft.com/office/powerpoint/2010/main" val="32611787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MY"/>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BB650DF5-46FF-4DDD-B9E9-D5F0D00874EA}" type="datetimeFigureOut">
              <a:rPr lang="en-MY" smtClean="0"/>
              <a:t>28/10/2026</a:t>
            </a:fld>
            <a:endParaRPr lang="en-MY"/>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9AF25F69-38BA-4A5A-9ABD-DC76E58FFF1B}" type="slidenum">
              <a:rPr lang="en-MY" smtClean="0"/>
              <a:t>‹#›</a:t>
            </a:fld>
            <a:endParaRPr lang="en-MY"/>
          </a:p>
        </p:txBody>
      </p:sp>
    </p:spTree>
    <p:extLst>
      <p:ext uri="{BB962C8B-B14F-4D97-AF65-F5344CB8AC3E}">
        <p14:creationId xmlns:p14="http://schemas.microsoft.com/office/powerpoint/2010/main" val="14888405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MY"/>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AF25F69-38BA-4A5A-9ABD-DC76E58FFF1B}" type="slidenum">
              <a:rPr lang="en-MY" smtClean="0"/>
              <a:t>‹#›</a:t>
            </a:fld>
            <a:endParaRPr lang="en-MY"/>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82349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MY"/>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AF25F69-38BA-4A5A-9ABD-DC76E58FFF1B}" type="slidenum">
              <a:rPr lang="en-MY" smtClean="0"/>
              <a:t>‹#›</a:t>
            </a:fld>
            <a:endParaRPr lang="en-MY"/>
          </a:p>
        </p:txBody>
      </p:sp>
    </p:spTree>
    <p:extLst>
      <p:ext uri="{BB962C8B-B14F-4D97-AF65-F5344CB8AC3E}">
        <p14:creationId xmlns:p14="http://schemas.microsoft.com/office/powerpoint/2010/main" val="3436683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MY"/>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9AF25F69-38BA-4A5A-9ABD-DC76E58FFF1B}" type="slidenum">
              <a:rPr lang="en-MY" smtClean="0"/>
              <a:t>‹#›</a:t>
            </a:fld>
            <a:endParaRPr lang="en-MY"/>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7278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MY"/>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AF25F69-38BA-4A5A-9ABD-DC76E58FFF1B}" type="slidenum">
              <a:rPr lang="en-MY" smtClean="0"/>
              <a:t>‹#›</a:t>
            </a:fld>
            <a:endParaRPr lang="en-MY"/>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1350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MY"/>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AF25F69-38BA-4A5A-9ABD-DC76E58FFF1B}" type="slidenum">
              <a:rPr lang="en-MY" smtClean="0"/>
              <a:t>‹#›</a:t>
            </a:fld>
            <a:endParaRPr lang="en-MY"/>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2415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MY"/>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9AF25F69-38BA-4A5A-9ABD-DC76E58FFF1B}" type="slidenum">
              <a:rPr lang="en-MY" smtClean="0"/>
              <a:t>‹#›</a:t>
            </a:fld>
            <a:endParaRPr lang="en-MY"/>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5588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BB650DF5-46FF-4DDD-B9E9-D5F0D00874EA}" type="datetimeFigureOut">
              <a:rPr lang="en-MY" smtClean="0"/>
              <a:t>28/10/2026</a:t>
            </a:fld>
            <a:endParaRPr lang="en-MY"/>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MY"/>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9AF25F69-38BA-4A5A-9ABD-DC76E58FFF1B}" type="slidenum">
              <a:rPr lang="en-MY" smtClean="0"/>
              <a:t>‹#›</a:t>
            </a:fld>
            <a:endParaRPr lang="en-MY"/>
          </a:p>
        </p:txBody>
      </p:sp>
    </p:spTree>
    <p:extLst>
      <p:ext uri="{BB962C8B-B14F-4D97-AF65-F5344CB8AC3E}">
        <p14:creationId xmlns:p14="http://schemas.microsoft.com/office/powerpoint/2010/main" val="2793702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BB650DF5-46FF-4DDD-B9E9-D5F0D00874EA}" type="datetimeFigureOut">
              <a:rPr lang="en-MY" smtClean="0"/>
              <a:t>28/10/2026</a:t>
            </a:fld>
            <a:endParaRPr lang="en-MY"/>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MY"/>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9AF25F69-38BA-4A5A-9ABD-DC76E58FFF1B}" type="slidenum">
              <a:rPr lang="en-MY" smtClean="0"/>
              <a:t>‹#›</a:t>
            </a:fld>
            <a:endParaRPr lang="en-MY"/>
          </a:p>
        </p:txBody>
      </p:sp>
    </p:spTree>
    <p:extLst>
      <p:ext uri="{BB962C8B-B14F-4D97-AF65-F5344CB8AC3E}">
        <p14:creationId xmlns:p14="http://schemas.microsoft.com/office/powerpoint/2010/main" val="27976299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BB650DF5-46FF-4DDD-B9E9-D5F0D00874EA}" type="datetimeFigureOut">
              <a:rPr lang="en-MY" smtClean="0"/>
              <a:t>28/10/2026</a:t>
            </a:fld>
            <a:endParaRPr lang="en-MY"/>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MY"/>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9AF25F69-38BA-4A5A-9ABD-DC76E58FFF1B}" type="slidenum">
              <a:rPr lang="en-MY" smtClean="0"/>
              <a:t>‹#›</a:t>
            </a:fld>
            <a:endParaRPr lang="en-MY"/>
          </a:p>
        </p:txBody>
      </p:sp>
    </p:spTree>
    <p:extLst>
      <p:ext uri="{BB962C8B-B14F-4D97-AF65-F5344CB8AC3E}">
        <p14:creationId xmlns:p14="http://schemas.microsoft.com/office/powerpoint/2010/main" val="13896286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BB650DF5-46FF-4DDD-B9E9-D5F0D00874EA}" type="datetimeFigureOut">
              <a:rPr lang="en-MY" smtClean="0"/>
              <a:t>28/10/2026</a:t>
            </a:fld>
            <a:endParaRPr lang="en-MY"/>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MY"/>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9AF25F69-38BA-4A5A-9ABD-DC76E58FFF1B}" type="slidenum">
              <a:rPr lang="en-MY" smtClean="0"/>
              <a:t>‹#›</a:t>
            </a:fld>
            <a:endParaRPr lang="en-MY"/>
          </a:p>
        </p:txBody>
      </p:sp>
    </p:spTree>
    <p:extLst>
      <p:ext uri="{BB962C8B-B14F-4D97-AF65-F5344CB8AC3E}">
        <p14:creationId xmlns:p14="http://schemas.microsoft.com/office/powerpoint/2010/main" val="18491200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BB650DF5-46FF-4DDD-B9E9-D5F0D00874EA}" type="datetimeFigureOut">
              <a:rPr lang="en-MY" smtClean="0"/>
              <a:t>28/10/2026</a:t>
            </a:fld>
            <a:endParaRPr lang="en-MY"/>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MY"/>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9AF25F69-38BA-4A5A-9ABD-DC76E58FFF1B}" type="slidenum">
              <a:rPr lang="en-MY" smtClean="0"/>
              <a:t>‹#›</a:t>
            </a:fld>
            <a:endParaRPr lang="en-MY"/>
          </a:p>
        </p:txBody>
      </p:sp>
    </p:spTree>
    <p:extLst>
      <p:ext uri="{BB962C8B-B14F-4D97-AF65-F5344CB8AC3E}">
        <p14:creationId xmlns:p14="http://schemas.microsoft.com/office/powerpoint/2010/main" val="17558611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MY"/>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9AF25F69-38BA-4A5A-9ABD-DC76E58FFF1B}" type="slidenum">
              <a:rPr lang="en-MY" smtClean="0"/>
              <a:t>‹#›</a:t>
            </a:fld>
            <a:endParaRPr lang="en-MY"/>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3029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MY"/>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9AF25F69-38BA-4A5A-9ABD-DC76E58FFF1B}" type="slidenum">
              <a:rPr lang="en-MY" smtClean="0"/>
              <a:t>‹#›</a:t>
            </a:fld>
            <a:endParaRPr lang="en-MY"/>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81607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MY"/>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BB650DF5-46FF-4DDD-B9E9-D5F0D00874EA}" type="datetimeFigureOut">
              <a:rPr lang="en-MY" smtClean="0"/>
              <a:t>28/10/2026</a:t>
            </a:fld>
            <a:endParaRPr lang="en-MY"/>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9AF25F69-38BA-4A5A-9ABD-DC76E58FFF1B}" type="slidenum">
              <a:rPr lang="en-MY" smtClean="0"/>
              <a:t>‹#›</a:t>
            </a:fld>
            <a:endParaRPr lang="en-MY"/>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37889610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MY"/>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AF25F69-38BA-4A5A-9ABD-DC76E58FFF1B}" type="slidenum">
              <a:rPr lang="en-MY" smtClean="0"/>
              <a:t>‹#›</a:t>
            </a:fld>
            <a:endParaRPr lang="en-MY"/>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24987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MY"/>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9AF25F69-38BA-4A5A-9ABD-DC76E58FFF1B}" type="slidenum">
              <a:rPr lang="en-MY" smtClean="0"/>
              <a:t>‹#›</a:t>
            </a:fld>
            <a:endParaRPr lang="en-MY"/>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39443881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MY"/>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AF25F69-38BA-4A5A-9ABD-DC76E58FFF1B}" type="slidenum">
              <a:rPr lang="en-MY" smtClean="0"/>
              <a:t>‹#›</a:t>
            </a:fld>
            <a:endParaRPr lang="en-MY"/>
          </a:p>
        </p:txBody>
      </p:sp>
    </p:spTree>
    <p:extLst>
      <p:ext uri="{BB962C8B-B14F-4D97-AF65-F5344CB8AC3E}">
        <p14:creationId xmlns:p14="http://schemas.microsoft.com/office/powerpoint/2010/main" val="15893567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MY"/>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9AF25F69-38BA-4A5A-9ABD-DC76E58FFF1B}" type="slidenum">
              <a:rPr lang="en-MY" smtClean="0"/>
              <a:t>‹#›</a:t>
            </a:fld>
            <a:endParaRPr lang="en-MY"/>
          </a:p>
        </p:txBody>
      </p:sp>
    </p:spTree>
    <p:extLst>
      <p:ext uri="{BB962C8B-B14F-4D97-AF65-F5344CB8AC3E}">
        <p14:creationId xmlns:p14="http://schemas.microsoft.com/office/powerpoint/2010/main" val="6114179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MY"/>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9AF25F69-38BA-4A5A-9ABD-DC76E58FFF1B}" type="slidenum">
              <a:rPr lang="en-MY" smtClean="0"/>
              <a:t>‹#›</a:t>
            </a:fld>
            <a:endParaRPr lang="en-MY"/>
          </a:p>
        </p:txBody>
      </p:sp>
    </p:spTree>
    <p:extLst>
      <p:ext uri="{BB962C8B-B14F-4D97-AF65-F5344CB8AC3E}">
        <p14:creationId xmlns:p14="http://schemas.microsoft.com/office/powerpoint/2010/main" val="2466307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MY"/>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9AF25F69-38BA-4A5A-9ABD-DC76E58FFF1B}" type="slidenum">
              <a:rPr lang="en-MY" smtClean="0"/>
              <a:t>‹#›</a:t>
            </a:fld>
            <a:endParaRPr lang="en-MY"/>
          </a:p>
        </p:txBody>
      </p:sp>
    </p:spTree>
    <p:extLst>
      <p:ext uri="{BB962C8B-B14F-4D97-AF65-F5344CB8AC3E}">
        <p14:creationId xmlns:p14="http://schemas.microsoft.com/office/powerpoint/2010/main" val="7595831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MY"/>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9AF25F69-38BA-4A5A-9ABD-DC76E58FFF1B}" type="slidenum">
              <a:rPr lang="en-MY" smtClean="0"/>
              <a:t>‹#›</a:t>
            </a:fld>
            <a:endParaRPr lang="en-MY"/>
          </a:p>
        </p:txBody>
      </p:sp>
    </p:spTree>
    <p:extLst>
      <p:ext uri="{BB962C8B-B14F-4D97-AF65-F5344CB8AC3E}">
        <p14:creationId xmlns:p14="http://schemas.microsoft.com/office/powerpoint/2010/main" val="30676652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MY"/>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9AF25F69-38BA-4A5A-9ABD-DC76E58FFF1B}" type="slidenum">
              <a:rPr lang="en-MY" smtClean="0"/>
              <a:t>‹#›</a:t>
            </a:fld>
            <a:endParaRPr lang="en-MY"/>
          </a:p>
        </p:txBody>
      </p:sp>
    </p:spTree>
    <p:extLst>
      <p:ext uri="{BB962C8B-B14F-4D97-AF65-F5344CB8AC3E}">
        <p14:creationId xmlns:p14="http://schemas.microsoft.com/office/powerpoint/2010/main" val="30819580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MY"/>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BB650DF5-46FF-4DDD-B9E9-D5F0D00874EA}" type="datetimeFigureOut">
              <a:rPr lang="en-MY" smtClean="0"/>
              <a:t>28/10/2026</a:t>
            </a:fld>
            <a:endParaRPr lang="en-MY"/>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AF25F69-38BA-4A5A-9ABD-DC76E58FFF1B}" type="slidenum">
              <a:rPr lang="en-MY" smtClean="0"/>
              <a:t>‹#›</a:t>
            </a:fld>
            <a:endParaRPr lang="en-MY"/>
          </a:p>
        </p:txBody>
      </p:sp>
    </p:spTree>
    <p:extLst>
      <p:ext uri="{BB962C8B-B14F-4D97-AF65-F5344CB8AC3E}">
        <p14:creationId xmlns:p14="http://schemas.microsoft.com/office/powerpoint/2010/main" val="58979756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49F64-E8D7-962E-0331-899A3B1EBA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84A798A4-F995-D6B4-7F36-41A9C7A37B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52B22DBF-0F42-07F1-61D1-719273E2A5C5}"/>
              </a:ext>
            </a:extLst>
          </p:cNvPr>
          <p:cNvSpPr>
            <a:spLocks noGrp="1"/>
          </p:cNvSpPr>
          <p:nvPr>
            <p:ph type="dt" sz="half" idx="10"/>
          </p:nvPr>
        </p:nvSpPr>
        <p:spPr/>
        <p:txBody>
          <a:bodyPr/>
          <a:lstStyle/>
          <a:p>
            <a:fld id="{BB650DF5-46FF-4DDD-B9E9-D5F0D00874EA}" type="datetimeFigureOut">
              <a:rPr lang="en-MY" smtClean="0"/>
              <a:t>28/10/2026</a:t>
            </a:fld>
            <a:endParaRPr lang="en-MY"/>
          </a:p>
        </p:txBody>
      </p:sp>
      <p:sp>
        <p:nvSpPr>
          <p:cNvPr id="5" name="Footer Placeholder 4">
            <a:extLst>
              <a:ext uri="{FF2B5EF4-FFF2-40B4-BE49-F238E27FC236}">
                <a16:creationId xmlns:a16="http://schemas.microsoft.com/office/drawing/2014/main" id="{5DF38923-17F5-F3A2-174C-824252224990}"/>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3876007C-19FB-91B9-3B4C-76F7021B2F8D}"/>
              </a:ext>
            </a:extLst>
          </p:cNvPr>
          <p:cNvSpPr>
            <a:spLocks noGrp="1"/>
          </p:cNvSpPr>
          <p:nvPr>
            <p:ph type="sldNum" sz="quarter" idx="12"/>
          </p:nvPr>
        </p:nvSpPr>
        <p:spPr/>
        <p:txBody>
          <a:bodyPr/>
          <a:lstStyle/>
          <a:p>
            <a:fld id="{9AF25F69-38BA-4A5A-9ABD-DC76E58FFF1B}" type="slidenum">
              <a:rPr lang="en-MY" smtClean="0"/>
              <a:t>‹#›</a:t>
            </a:fld>
            <a:endParaRPr lang="en-MY"/>
          </a:p>
        </p:txBody>
      </p:sp>
    </p:spTree>
    <p:extLst>
      <p:ext uri="{BB962C8B-B14F-4D97-AF65-F5344CB8AC3E}">
        <p14:creationId xmlns:p14="http://schemas.microsoft.com/office/powerpoint/2010/main" val="828851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684B1-6E63-10E9-5188-455978EF36AE}"/>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C869BFFC-5224-E0AD-463C-66BC76AC72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29299A74-D425-1683-FF68-4EF3AC5588A5}"/>
              </a:ext>
            </a:extLst>
          </p:cNvPr>
          <p:cNvSpPr>
            <a:spLocks noGrp="1"/>
          </p:cNvSpPr>
          <p:nvPr>
            <p:ph type="dt" sz="half" idx="10"/>
          </p:nvPr>
        </p:nvSpPr>
        <p:spPr/>
        <p:txBody>
          <a:bodyPr/>
          <a:lstStyle/>
          <a:p>
            <a:fld id="{BB650DF5-46FF-4DDD-B9E9-D5F0D00874EA}" type="datetimeFigureOut">
              <a:rPr lang="en-MY" smtClean="0"/>
              <a:t>28/10/2026</a:t>
            </a:fld>
            <a:endParaRPr lang="en-MY"/>
          </a:p>
        </p:txBody>
      </p:sp>
      <p:sp>
        <p:nvSpPr>
          <p:cNvPr id="5" name="Footer Placeholder 4">
            <a:extLst>
              <a:ext uri="{FF2B5EF4-FFF2-40B4-BE49-F238E27FC236}">
                <a16:creationId xmlns:a16="http://schemas.microsoft.com/office/drawing/2014/main" id="{51658D3A-6646-C852-2188-01E43C2533E8}"/>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DBCA2EF1-BDCE-BACE-2699-487665E71EE5}"/>
              </a:ext>
            </a:extLst>
          </p:cNvPr>
          <p:cNvSpPr>
            <a:spLocks noGrp="1"/>
          </p:cNvSpPr>
          <p:nvPr>
            <p:ph type="sldNum" sz="quarter" idx="12"/>
          </p:nvPr>
        </p:nvSpPr>
        <p:spPr/>
        <p:txBody>
          <a:bodyPr/>
          <a:lstStyle/>
          <a:p>
            <a:fld id="{9AF25F69-38BA-4A5A-9ABD-DC76E58FFF1B}" type="slidenum">
              <a:rPr lang="en-MY" smtClean="0"/>
              <a:t>‹#›</a:t>
            </a:fld>
            <a:endParaRPr lang="en-MY"/>
          </a:p>
        </p:txBody>
      </p:sp>
    </p:spTree>
    <p:extLst>
      <p:ext uri="{BB962C8B-B14F-4D97-AF65-F5344CB8AC3E}">
        <p14:creationId xmlns:p14="http://schemas.microsoft.com/office/powerpoint/2010/main" val="1205369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MY"/>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BB650DF5-46FF-4DDD-B9E9-D5F0D00874EA}" type="datetimeFigureOut">
              <a:rPr lang="en-MY" smtClean="0"/>
              <a:t>28/10/2026</a:t>
            </a:fld>
            <a:endParaRPr lang="en-MY"/>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9AF25F69-38BA-4A5A-9ABD-DC76E58FFF1B}" type="slidenum">
              <a:rPr lang="en-MY" smtClean="0"/>
              <a:t>‹#›</a:t>
            </a:fld>
            <a:endParaRPr lang="en-MY"/>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40303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9.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9.xml"/><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9.xml"/><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9.xml"/><Relationship Id="rId5" Type="http://schemas.openxmlformats.org/officeDocument/2006/relationships/image" Target="../media/image26.png"/><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9.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www.youtube.com/watch?v=spcVHxvN_hQ&amp;t=198s" TargetMode="External"/><Relationship Id="rId13" Type="http://schemas.openxmlformats.org/officeDocument/2006/relationships/hyperlink" Target="https://www.youtube.com/watch?v=spcVHxvN_hQ&amp;t=519s" TargetMode="External"/><Relationship Id="rId18" Type="http://schemas.openxmlformats.org/officeDocument/2006/relationships/hyperlink" Target="https://www.youtube.com/redirect?event=video_description&amp;redir_token=QUlxb01IWTdtTzgzLWwteVI1ak9xRHpBZkdDQXxBSTVJdTV2QkwtZi1lNmlEc0tJWkJpb0dLd1F4cTZfdzFTRV9DUC1vX09ZdHA2WDQwV1hFS0lOVGZwTjBlLTVCQy1SRGRXVWRiendhM3lacVd3YzU5SEFIdEV6SWVLRFpKZFhm&amp;q=https%3A%2F%2Fantigravity.google%2Fpricing&amp;v=spcVHxvN_hQ" TargetMode="External"/><Relationship Id="rId3" Type="http://schemas.openxmlformats.org/officeDocument/2006/relationships/hyperlink" Target="https://www.youtube.com/watch?v=spcVHxvN_hQ&amp;t=26s" TargetMode="External"/><Relationship Id="rId7" Type="http://schemas.openxmlformats.org/officeDocument/2006/relationships/hyperlink" Target="https://www.youtube.com/watch?v=spcVHxvN_hQ&amp;t=137s" TargetMode="External"/><Relationship Id="rId12" Type="http://schemas.openxmlformats.org/officeDocument/2006/relationships/hyperlink" Target="https://www.youtube.com/watch?v=spcVHxvN_hQ&amp;t=482s" TargetMode="External"/><Relationship Id="rId17" Type="http://schemas.openxmlformats.org/officeDocument/2006/relationships/hyperlink" Target="https://www.youtube.com/redirect?event=video_description&amp;redir_token=QUlxb01IYnlRd1V3SWFwMGJBLXBUNnpQMGNUNXxBSTVJdTV1NXBJUXQ3ckNkRi1nM3lnd2ZNaUd0S29JYjRpcEp0UFI2TGVnVG1NaVlpS0ozTThPMnY4bXRtSV8tQjVaZ18xbXV4aXBEaWhnOVRtWWxwQUx1WkVWMXVyeTdkRE9w&amp;q=https%3A%2F%2Fantigravity.google%2Fdownload&amp;v=spcVHxvN_hQ" TargetMode="External"/><Relationship Id="rId2" Type="http://schemas.openxmlformats.org/officeDocument/2006/relationships/hyperlink" Target="https://www.youtube.com/watch?v=spcVHxvN_hQ&amp;pp=0gcJCWMAwfN6Pr3D" TargetMode="External"/><Relationship Id="rId16" Type="http://schemas.openxmlformats.org/officeDocument/2006/relationships/hyperlink" Target="https://www.youtube.com/redirect?event=video_description&amp;redir_token=QUlxb01IYS1DcE9iQkN3dDZEOXJLRWZqZEtYX3xBSTVJdTVzMDZSVk9VSURTM3pPQ0ZjT0Q2MG92dTl2T3VIUmxKcFJfelZoMjByU3U0OTNrMXV2bXMyUWJ4OFRKUFIwYlVuNTZCeUlHNUZ4a2V5TVBwX2VPQzJWNjBfU2xiZzhq&amp;q=https%3A%2F%2Fsorrybravia.vercel.app%2F&amp;v=spcVHxvN_hQ" TargetMode="External"/><Relationship Id="rId1" Type="http://schemas.openxmlformats.org/officeDocument/2006/relationships/slideLayout" Target="../slideLayouts/slideLayout29.xml"/><Relationship Id="rId6" Type="http://schemas.openxmlformats.org/officeDocument/2006/relationships/hyperlink" Target="https://www.youtube.com/watch?v=spcVHxvN_hQ&amp;t=103s" TargetMode="External"/><Relationship Id="rId11" Type="http://schemas.openxmlformats.org/officeDocument/2006/relationships/hyperlink" Target="https://www.youtube.com/watch?v=spcVHxvN_hQ&amp;t=439s" TargetMode="External"/><Relationship Id="rId5" Type="http://schemas.openxmlformats.org/officeDocument/2006/relationships/hyperlink" Target="https://www.youtube.com/watch?v=spcVHxvN_hQ&amp;t=85s" TargetMode="External"/><Relationship Id="rId15" Type="http://schemas.openxmlformats.org/officeDocument/2006/relationships/hyperlink" Target="https://www.youtube.com/redirect?event=video_description&amp;redir_token=QUlxb01IWmZzMmlZTjF2bjVhdmRqbDRXVDZUSHxBSTVJdTV1U3BsQWZseEh2TDJDZWo4a3RYVFFTdDVGdFdLalY4TWgxZlR6VHdPbmthU0lZVy1UUXpkWUxpNGlEMC05TlBsMkRMT0RPdVdpdXpRN245UVgyaDhKdU5UbHhOcXJl&amp;q=https%3A%2F%2Fgithub.com%2Flaxmimerit%2Fyoutube-sorry-bravia-case&amp;v=spcVHxvN_hQ" TargetMode="External"/><Relationship Id="rId10" Type="http://schemas.openxmlformats.org/officeDocument/2006/relationships/hyperlink" Target="https://www.youtube.com/watch?v=spcVHxvN_hQ&amp;t=373s" TargetMode="External"/><Relationship Id="rId19" Type="http://schemas.openxmlformats.org/officeDocument/2006/relationships/hyperlink" Target="https://www.youtube.com/redirect?event=video_description&amp;redir_token=QUlxb01IYVRhMGhPbVFGeThwbl9kZVBXZTF5TnxBSTVJdTV1WGtxNHBZb2lmSGVyVnRSZ3B0dkxlcjQzbGJQb3FjUTh6NENPSTB2Z0JJRzUxNzcxenFCUXV4Q2Z4TmRRMDh4bF9qMzJWTktuZ20xaUhNckZsWG1IZnZ0dnZoT3N4&amp;q=https%3A%2F%2Fnodejs.org%2F&amp;v=spcVHxvN_hQ" TargetMode="External"/><Relationship Id="rId4" Type="http://schemas.openxmlformats.org/officeDocument/2006/relationships/hyperlink" Target="https://www.youtube.com/watch?v=spcVHxvN_hQ&amp;t=63s" TargetMode="External"/><Relationship Id="rId9" Type="http://schemas.openxmlformats.org/officeDocument/2006/relationships/hyperlink" Target="https://www.youtube.com/watch?v=spcVHxvN_hQ&amp;t=272s" TargetMode="External"/><Relationship Id="rId14" Type="http://schemas.openxmlformats.org/officeDocument/2006/relationships/hyperlink" Target="https://www.youtube.com/redirect?event=video_description&amp;redir_token=QUlxb01IYXFyZmFWRk9IVUZzZFpKWEZLR1otX3xBSTVJdTVzUG5jTHEzYmV1Y2dKdlFmWnFQREc4SkZtUTNCSHJnZy1nSzFiVjFkUXRjRVRqMUhHZ00zczltS0ZRWmd1aUVuYzZmRHlQUDF3MDlHOEhlcFNkYW5temtRUDZVbVBP&amp;q=https%3A%2F%2Fdesignmd.ai%2Flaxmimerit%2Fsorry-bravia-emerald-editorial&amp;v=spcVHxvN_hQ" TargetMode="External"/></Relationships>
</file>

<file path=ppt/slides/_rels/slide15.xml.rels><?xml version="1.0" encoding="UTF-8" standalone="yes"?>
<Relationships xmlns="http://schemas.openxmlformats.org/package/2006/relationships"><Relationship Id="rId2" Type="http://schemas.openxmlformats.org/officeDocument/2006/relationships/hyperlink" Target="https://www.google.com/search?q=https://github.com/laxmimerit/youtube-sorry-bravia-case&amp;authuser=1" TargetMode="External"/><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hyperlink" Target="https://docs.cloud.google.com/run/docs/quickstarts/deploy-continuously" TargetMode="Externa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20473-6273-4999-53EC-CF32209022C5}"/>
              </a:ext>
            </a:extLst>
          </p:cNvPr>
          <p:cNvSpPr>
            <a:spLocks noGrp="1"/>
          </p:cNvSpPr>
          <p:nvPr>
            <p:ph type="ctrTitle"/>
          </p:nvPr>
        </p:nvSpPr>
        <p:spPr/>
        <p:txBody>
          <a:bodyPr/>
          <a:lstStyle/>
          <a:p>
            <a:r>
              <a:rPr lang="en-US" dirty="0"/>
              <a:t>Sorry Bravia</a:t>
            </a:r>
            <a:endParaRPr lang="en-MY" dirty="0"/>
          </a:p>
        </p:txBody>
      </p:sp>
      <p:sp>
        <p:nvSpPr>
          <p:cNvPr id="3" name="Subtitle 2">
            <a:extLst>
              <a:ext uri="{FF2B5EF4-FFF2-40B4-BE49-F238E27FC236}">
                <a16:creationId xmlns:a16="http://schemas.microsoft.com/office/drawing/2014/main" id="{1F228388-2977-7DCC-6557-A4AB7EA6C530}"/>
              </a:ext>
            </a:extLst>
          </p:cNvPr>
          <p:cNvSpPr>
            <a:spLocks noGrp="1"/>
          </p:cNvSpPr>
          <p:nvPr>
            <p:ph type="subTitle" idx="1"/>
          </p:nvPr>
        </p:nvSpPr>
        <p:spPr/>
        <p:txBody>
          <a:bodyPr>
            <a:normAutofit/>
          </a:bodyPr>
          <a:lstStyle/>
          <a:p>
            <a:r>
              <a:rPr lang="en-MY" sz="1400" b="1" dirty="0"/>
              <a:t>Google Antigravity Tutorial for Beginners: </a:t>
            </a:r>
          </a:p>
          <a:p>
            <a:r>
              <a:rPr lang="en-MY" sz="1400" b="1" dirty="0"/>
              <a:t>Design and Build a Web App Free</a:t>
            </a:r>
          </a:p>
        </p:txBody>
      </p:sp>
      <p:pic>
        <p:nvPicPr>
          <p:cNvPr id="5" name="Picture 4">
            <a:extLst>
              <a:ext uri="{FF2B5EF4-FFF2-40B4-BE49-F238E27FC236}">
                <a16:creationId xmlns:a16="http://schemas.microsoft.com/office/drawing/2014/main" id="{14A148A8-A305-8CE5-16AD-1FBB0EDA6424}"/>
              </a:ext>
            </a:extLst>
          </p:cNvPr>
          <p:cNvPicPr>
            <a:picLocks noChangeAspect="1"/>
          </p:cNvPicPr>
          <p:nvPr/>
        </p:nvPicPr>
        <p:blipFill>
          <a:blip r:embed="rId2"/>
          <a:stretch>
            <a:fillRect/>
          </a:stretch>
        </p:blipFill>
        <p:spPr>
          <a:xfrm>
            <a:off x="8582851" y="5190331"/>
            <a:ext cx="3072026" cy="1090611"/>
          </a:xfrm>
          <a:prstGeom prst="rect">
            <a:avLst/>
          </a:prstGeom>
        </p:spPr>
      </p:pic>
      <p:pic>
        <p:nvPicPr>
          <p:cNvPr id="7" name="Picture 6">
            <a:extLst>
              <a:ext uri="{FF2B5EF4-FFF2-40B4-BE49-F238E27FC236}">
                <a16:creationId xmlns:a16="http://schemas.microsoft.com/office/drawing/2014/main" id="{E28B136F-EF90-755E-D65C-40ECA011E776}"/>
              </a:ext>
            </a:extLst>
          </p:cNvPr>
          <p:cNvPicPr>
            <a:picLocks noChangeAspect="1"/>
          </p:cNvPicPr>
          <p:nvPr/>
        </p:nvPicPr>
        <p:blipFill>
          <a:blip r:embed="rId3"/>
          <a:stretch>
            <a:fillRect/>
          </a:stretch>
        </p:blipFill>
        <p:spPr>
          <a:xfrm>
            <a:off x="374038" y="3750346"/>
            <a:ext cx="2779283" cy="884634"/>
          </a:xfrm>
          <a:prstGeom prst="rect">
            <a:avLst/>
          </a:prstGeom>
        </p:spPr>
      </p:pic>
      <p:pic>
        <p:nvPicPr>
          <p:cNvPr id="9" name="Picture 8">
            <a:extLst>
              <a:ext uri="{FF2B5EF4-FFF2-40B4-BE49-F238E27FC236}">
                <a16:creationId xmlns:a16="http://schemas.microsoft.com/office/drawing/2014/main" id="{7ACB0EAD-DCE5-17E1-EFF6-999CF563B3B8}"/>
              </a:ext>
            </a:extLst>
          </p:cNvPr>
          <p:cNvPicPr>
            <a:picLocks noChangeAspect="1"/>
          </p:cNvPicPr>
          <p:nvPr/>
        </p:nvPicPr>
        <p:blipFill>
          <a:blip r:embed="rId4"/>
          <a:stretch>
            <a:fillRect/>
          </a:stretch>
        </p:blipFill>
        <p:spPr>
          <a:xfrm>
            <a:off x="8582851" y="3979144"/>
            <a:ext cx="3072026" cy="900652"/>
          </a:xfrm>
          <a:prstGeom prst="rect">
            <a:avLst/>
          </a:prstGeom>
        </p:spPr>
      </p:pic>
      <p:pic>
        <p:nvPicPr>
          <p:cNvPr id="11" name="Picture 10">
            <a:extLst>
              <a:ext uri="{FF2B5EF4-FFF2-40B4-BE49-F238E27FC236}">
                <a16:creationId xmlns:a16="http://schemas.microsoft.com/office/drawing/2014/main" id="{C8CB8534-47B9-0376-71A1-4CFB40E11D02}"/>
              </a:ext>
            </a:extLst>
          </p:cNvPr>
          <p:cNvPicPr>
            <a:picLocks noChangeAspect="1"/>
          </p:cNvPicPr>
          <p:nvPr/>
        </p:nvPicPr>
        <p:blipFill>
          <a:blip r:embed="rId5"/>
          <a:stretch>
            <a:fillRect/>
          </a:stretch>
        </p:blipFill>
        <p:spPr>
          <a:xfrm>
            <a:off x="374039" y="4875362"/>
            <a:ext cx="2779283" cy="1597109"/>
          </a:xfrm>
          <a:prstGeom prst="rect">
            <a:avLst/>
          </a:prstGeom>
        </p:spPr>
      </p:pic>
      <p:pic>
        <p:nvPicPr>
          <p:cNvPr id="13" name="Picture 12">
            <a:extLst>
              <a:ext uri="{FF2B5EF4-FFF2-40B4-BE49-F238E27FC236}">
                <a16:creationId xmlns:a16="http://schemas.microsoft.com/office/drawing/2014/main" id="{E08AFDEC-2DCB-CC4E-4CB6-EDA6FAF7599B}"/>
              </a:ext>
            </a:extLst>
          </p:cNvPr>
          <p:cNvPicPr>
            <a:picLocks noChangeAspect="1"/>
          </p:cNvPicPr>
          <p:nvPr/>
        </p:nvPicPr>
        <p:blipFill>
          <a:blip r:embed="rId6"/>
          <a:stretch>
            <a:fillRect/>
          </a:stretch>
        </p:blipFill>
        <p:spPr>
          <a:xfrm>
            <a:off x="3825187" y="4343472"/>
            <a:ext cx="4448317" cy="2494997"/>
          </a:xfrm>
          <a:prstGeom prst="rect">
            <a:avLst/>
          </a:prstGeom>
        </p:spPr>
      </p:pic>
    </p:spTree>
    <p:extLst>
      <p:ext uri="{BB962C8B-B14F-4D97-AF65-F5344CB8AC3E}">
        <p14:creationId xmlns:p14="http://schemas.microsoft.com/office/powerpoint/2010/main" val="836998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CE776F-B27E-01E3-5DC7-A1A2603868FB}"/>
              </a:ext>
            </a:extLst>
          </p:cNvPr>
          <p:cNvSpPr>
            <a:spLocks noGrp="1"/>
          </p:cNvSpPr>
          <p:nvPr>
            <p:ph type="title"/>
          </p:nvPr>
        </p:nvSpPr>
        <p:spPr/>
        <p:txBody>
          <a:bodyPr/>
          <a:lstStyle/>
          <a:p>
            <a:r>
              <a:rPr lang="en-US" dirty="0"/>
              <a:t>Before continue</a:t>
            </a:r>
            <a:endParaRPr lang="en-MY" dirty="0"/>
          </a:p>
        </p:txBody>
      </p:sp>
      <p:sp>
        <p:nvSpPr>
          <p:cNvPr id="5" name="Content Placeholder 4">
            <a:extLst>
              <a:ext uri="{FF2B5EF4-FFF2-40B4-BE49-F238E27FC236}">
                <a16:creationId xmlns:a16="http://schemas.microsoft.com/office/drawing/2014/main" id="{140ED471-1C41-2289-32D8-65CE9CDC4C39}"/>
              </a:ext>
            </a:extLst>
          </p:cNvPr>
          <p:cNvSpPr>
            <a:spLocks noGrp="1"/>
          </p:cNvSpPr>
          <p:nvPr>
            <p:ph idx="1"/>
          </p:nvPr>
        </p:nvSpPr>
        <p:spPr/>
        <p:txBody>
          <a:bodyPr/>
          <a:lstStyle/>
          <a:p>
            <a:r>
              <a:rPr lang="en-US" dirty="0"/>
              <a:t>Edit the content</a:t>
            </a:r>
          </a:p>
          <a:p>
            <a:r>
              <a:rPr lang="en-US" dirty="0"/>
              <a:t>Use your own title / name</a:t>
            </a:r>
          </a:p>
          <a:p>
            <a:r>
              <a:rPr lang="en-US" dirty="0"/>
              <a:t>Use your own theme – change the color</a:t>
            </a:r>
            <a:endParaRPr lang="en-MY" dirty="0"/>
          </a:p>
        </p:txBody>
      </p:sp>
    </p:spTree>
    <p:extLst>
      <p:ext uri="{BB962C8B-B14F-4D97-AF65-F5344CB8AC3E}">
        <p14:creationId xmlns:p14="http://schemas.microsoft.com/office/powerpoint/2010/main" val="4055141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9C67-80F5-2190-2AB9-32399CCEE632}"/>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A55EECE0-7B31-5108-F965-7E3B11844956}"/>
              </a:ext>
            </a:extLst>
          </p:cNvPr>
          <p:cNvSpPr>
            <a:spLocks noGrp="1"/>
          </p:cNvSpPr>
          <p:nvPr>
            <p:ph idx="1"/>
          </p:nvPr>
        </p:nvSpPr>
        <p:spPr>
          <a:xfrm>
            <a:off x="838200" y="2061469"/>
            <a:ext cx="7210784" cy="4114801"/>
          </a:xfrm>
        </p:spPr>
        <p:txBody>
          <a:bodyPr>
            <a:normAutofit fontScale="70000" lnSpcReduction="20000"/>
          </a:bodyPr>
          <a:lstStyle/>
          <a:p>
            <a:r>
              <a:rPr lang="en-MY" dirty="0"/>
              <a:t>Step-by-step tutorial on how to build and deploy a free, professional Next.js website using Google Anti-gravity and two simple files (DESIGN.md and your text content), without writing any code.</a:t>
            </a:r>
          </a:p>
          <a:p>
            <a:r>
              <a:rPr lang="en-MY" dirty="0"/>
              <a:t>Here is a quick summary of the 7 core steps covered:</a:t>
            </a:r>
          </a:p>
          <a:p>
            <a:pPr lvl="0"/>
            <a:r>
              <a:rPr lang="en-MY" b="1" dirty="0"/>
              <a:t>Install Anti-gravity:</a:t>
            </a:r>
            <a:r>
              <a:rPr lang="en-MY" dirty="0"/>
              <a:t> Download and install Google's AI app from anti-</a:t>
            </a:r>
            <a:r>
              <a:rPr lang="en-MY" dirty="0" err="1"/>
              <a:t>gravity.google</a:t>
            </a:r>
            <a:r>
              <a:rPr lang="en-MY" dirty="0"/>
              <a:t>/download and sign in with your Google account.</a:t>
            </a:r>
          </a:p>
          <a:p>
            <a:pPr lvl="0"/>
            <a:r>
              <a:rPr lang="en-MY" b="1" dirty="0"/>
              <a:t>Quick Tour:</a:t>
            </a:r>
            <a:r>
              <a:rPr lang="en-MY" dirty="0"/>
              <a:t> Familiarize yourself with the interface, models (like Gemini 3.8 Flash), and permission modes.</a:t>
            </a:r>
          </a:p>
          <a:p>
            <a:pPr lvl="0"/>
            <a:r>
              <a:rPr lang="en-MY" b="1" dirty="0"/>
              <a:t>Prepare Two Files:</a:t>
            </a:r>
            <a:r>
              <a:rPr lang="en-MY" dirty="0"/>
              <a:t> Get a design file from designmd.ai (e.g., the "sorry Bravia" consumer case file) and place it alongside your text content file in an empty folder.</a:t>
            </a:r>
          </a:p>
          <a:p>
            <a:pPr lvl="0"/>
            <a:r>
              <a:rPr lang="en-MY" b="1" dirty="0"/>
              <a:t>Build the Web App:</a:t>
            </a:r>
            <a:r>
              <a:rPr lang="en-MY" dirty="0"/>
              <a:t> Open the folder in Anti-gravity and prompt the agent to create a Next.js landing page following your design and text files exactly.</a:t>
            </a:r>
          </a:p>
          <a:p>
            <a:pPr lvl="0"/>
            <a:r>
              <a:rPr lang="en-MY" b="1" dirty="0">
                <a:effectLst/>
              </a:rPr>
              <a:t>Check and Fix:</a:t>
            </a:r>
            <a:r>
              <a:rPr lang="en-MY" dirty="0">
                <a:effectLst/>
              </a:rPr>
              <a:t> Review the generated site against your text, spot-check for any unrequested AI additions, and give simple plain-English prompts to fix layouts or spacing.</a:t>
            </a:r>
          </a:p>
          <a:p>
            <a:pPr lvl="0"/>
            <a:r>
              <a:rPr lang="en-MY" b="1" dirty="0"/>
              <a:t>Push to GitHub:</a:t>
            </a:r>
            <a:r>
              <a:rPr lang="en-MY" dirty="0"/>
              <a:t> Create an empty public GitHub repository, have Anti-gravity add a .</a:t>
            </a:r>
            <a:r>
              <a:rPr lang="en-MY" dirty="0" err="1"/>
              <a:t>gitignore</a:t>
            </a:r>
            <a:r>
              <a:rPr lang="en-MY" dirty="0"/>
              <a:t> file, and commit/push your code.</a:t>
            </a:r>
          </a:p>
          <a:p>
            <a:pPr lvl="0"/>
            <a:r>
              <a:rPr lang="en-MY" b="1" dirty="0"/>
              <a:t>Put it Live on </a:t>
            </a:r>
            <a:r>
              <a:rPr lang="en-MY" b="1" dirty="0" err="1"/>
              <a:t>Vercel</a:t>
            </a:r>
            <a:r>
              <a:rPr lang="en-MY" b="1" dirty="0"/>
              <a:t>:</a:t>
            </a:r>
            <a:r>
              <a:rPr lang="en-MY" dirty="0"/>
              <a:t> Import your GitHub repository into </a:t>
            </a:r>
            <a:r>
              <a:rPr lang="en-MY" dirty="0" err="1"/>
              <a:t>Vercel</a:t>
            </a:r>
            <a:r>
              <a:rPr lang="en-MY" dirty="0"/>
              <a:t>, deploy with automatic Next.js settings, and publish your site for free on the hobby plan.</a:t>
            </a:r>
          </a:p>
          <a:p>
            <a:endParaRPr lang="en-MY" dirty="0"/>
          </a:p>
        </p:txBody>
      </p:sp>
      <p:pic>
        <p:nvPicPr>
          <p:cNvPr id="5" name="Picture 4">
            <a:extLst>
              <a:ext uri="{FF2B5EF4-FFF2-40B4-BE49-F238E27FC236}">
                <a16:creationId xmlns:a16="http://schemas.microsoft.com/office/drawing/2014/main" id="{AC572608-2AE2-74F3-9EEC-62FD2C02BC05}"/>
              </a:ext>
            </a:extLst>
          </p:cNvPr>
          <p:cNvPicPr>
            <a:picLocks noChangeAspect="1"/>
          </p:cNvPicPr>
          <p:nvPr/>
        </p:nvPicPr>
        <p:blipFill>
          <a:blip r:embed="rId2"/>
          <a:stretch>
            <a:fillRect/>
          </a:stretch>
        </p:blipFill>
        <p:spPr>
          <a:xfrm>
            <a:off x="8048984" y="2777728"/>
            <a:ext cx="3905885" cy="2682282"/>
          </a:xfrm>
          <a:prstGeom prst="rect">
            <a:avLst/>
          </a:prstGeom>
        </p:spPr>
      </p:pic>
      <p:pic>
        <p:nvPicPr>
          <p:cNvPr id="6" name="Picture 5">
            <a:extLst>
              <a:ext uri="{FF2B5EF4-FFF2-40B4-BE49-F238E27FC236}">
                <a16:creationId xmlns:a16="http://schemas.microsoft.com/office/drawing/2014/main" id="{76EF9847-D4A9-4756-ABAF-EC2B531727EE}"/>
              </a:ext>
            </a:extLst>
          </p:cNvPr>
          <p:cNvPicPr>
            <a:picLocks noChangeAspect="1"/>
          </p:cNvPicPr>
          <p:nvPr/>
        </p:nvPicPr>
        <p:blipFill>
          <a:blip r:embed="rId3"/>
          <a:stretch>
            <a:fillRect/>
          </a:stretch>
        </p:blipFill>
        <p:spPr>
          <a:xfrm>
            <a:off x="245290" y="584990"/>
            <a:ext cx="1653739" cy="1116811"/>
          </a:xfrm>
          <a:prstGeom prst="rect">
            <a:avLst/>
          </a:prstGeom>
        </p:spPr>
      </p:pic>
      <p:pic>
        <p:nvPicPr>
          <p:cNvPr id="8" name="Picture 7">
            <a:extLst>
              <a:ext uri="{FF2B5EF4-FFF2-40B4-BE49-F238E27FC236}">
                <a16:creationId xmlns:a16="http://schemas.microsoft.com/office/drawing/2014/main" id="{F27DCDBD-778C-E9D1-C3A3-C5A4FEE4ECD6}"/>
              </a:ext>
            </a:extLst>
          </p:cNvPr>
          <p:cNvPicPr>
            <a:picLocks noChangeAspect="1"/>
          </p:cNvPicPr>
          <p:nvPr/>
        </p:nvPicPr>
        <p:blipFill>
          <a:blip r:embed="rId4"/>
          <a:stretch>
            <a:fillRect/>
          </a:stretch>
        </p:blipFill>
        <p:spPr>
          <a:xfrm>
            <a:off x="1987279" y="714770"/>
            <a:ext cx="2533650" cy="857250"/>
          </a:xfrm>
          <a:prstGeom prst="rect">
            <a:avLst/>
          </a:prstGeom>
        </p:spPr>
      </p:pic>
      <p:pic>
        <p:nvPicPr>
          <p:cNvPr id="10" name="Picture 9">
            <a:extLst>
              <a:ext uri="{FF2B5EF4-FFF2-40B4-BE49-F238E27FC236}">
                <a16:creationId xmlns:a16="http://schemas.microsoft.com/office/drawing/2014/main" id="{2DF0F5E9-B3A3-96F8-CDFC-78466686FDA0}"/>
              </a:ext>
            </a:extLst>
          </p:cNvPr>
          <p:cNvPicPr>
            <a:picLocks noChangeAspect="1"/>
          </p:cNvPicPr>
          <p:nvPr/>
        </p:nvPicPr>
        <p:blipFill>
          <a:blip r:embed="rId5"/>
          <a:stretch>
            <a:fillRect/>
          </a:stretch>
        </p:blipFill>
        <p:spPr>
          <a:xfrm>
            <a:off x="4609179" y="663055"/>
            <a:ext cx="2533650" cy="908965"/>
          </a:xfrm>
          <a:prstGeom prst="rect">
            <a:avLst/>
          </a:prstGeom>
        </p:spPr>
      </p:pic>
      <p:pic>
        <p:nvPicPr>
          <p:cNvPr id="12" name="Picture 11">
            <a:extLst>
              <a:ext uri="{FF2B5EF4-FFF2-40B4-BE49-F238E27FC236}">
                <a16:creationId xmlns:a16="http://schemas.microsoft.com/office/drawing/2014/main" id="{32967839-9AB7-76DF-A3E3-BFA5C82A41D4}"/>
              </a:ext>
            </a:extLst>
          </p:cNvPr>
          <p:cNvPicPr>
            <a:picLocks noChangeAspect="1"/>
          </p:cNvPicPr>
          <p:nvPr/>
        </p:nvPicPr>
        <p:blipFill>
          <a:blip r:embed="rId6"/>
          <a:stretch>
            <a:fillRect/>
          </a:stretch>
        </p:blipFill>
        <p:spPr>
          <a:xfrm>
            <a:off x="7231079" y="796738"/>
            <a:ext cx="2462033" cy="641597"/>
          </a:xfrm>
          <a:prstGeom prst="rect">
            <a:avLst/>
          </a:prstGeom>
        </p:spPr>
      </p:pic>
    </p:spTree>
    <p:extLst>
      <p:ext uri="{BB962C8B-B14F-4D97-AF65-F5344CB8AC3E}">
        <p14:creationId xmlns:p14="http://schemas.microsoft.com/office/powerpoint/2010/main" val="3924949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5D697-5CDC-D701-B4AD-8EAD85A7F918}"/>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9E8636CF-1582-89A5-1995-F6EB2378C13F}"/>
              </a:ext>
            </a:extLst>
          </p:cNvPr>
          <p:cNvSpPr>
            <a:spLocks noGrp="1"/>
          </p:cNvSpPr>
          <p:nvPr>
            <p:ph idx="1"/>
          </p:nvPr>
        </p:nvSpPr>
        <p:spPr/>
        <p:txBody>
          <a:bodyPr/>
          <a:lstStyle/>
          <a:p>
            <a:endParaRPr lang="en-MY"/>
          </a:p>
        </p:txBody>
      </p:sp>
      <p:pic>
        <p:nvPicPr>
          <p:cNvPr id="5" name="Picture 4">
            <a:extLst>
              <a:ext uri="{FF2B5EF4-FFF2-40B4-BE49-F238E27FC236}">
                <a16:creationId xmlns:a16="http://schemas.microsoft.com/office/drawing/2014/main" id="{B9B5A70B-A4A8-3FC0-5EFE-4C7F0551A34B}"/>
              </a:ext>
            </a:extLst>
          </p:cNvPr>
          <p:cNvPicPr>
            <a:picLocks noChangeAspect="1"/>
          </p:cNvPicPr>
          <p:nvPr/>
        </p:nvPicPr>
        <p:blipFill>
          <a:blip r:embed="rId2"/>
          <a:stretch>
            <a:fillRect/>
          </a:stretch>
        </p:blipFill>
        <p:spPr>
          <a:xfrm>
            <a:off x="914400" y="504825"/>
            <a:ext cx="10363200" cy="5848350"/>
          </a:xfrm>
          <a:prstGeom prst="rect">
            <a:avLst/>
          </a:prstGeom>
        </p:spPr>
      </p:pic>
    </p:spTree>
    <p:extLst>
      <p:ext uri="{BB962C8B-B14F-4D97-AF65-F5344CB8AC3E}">
        <p14:creationId xmlns:p14="http://schemas.microsoft.com/office/powerpoint/2010/main" val="3493115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AEBBF-0D60-D94C-9CB0-531A3A19C890}"/>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39B463FD-0E97-2F23-739B-145C5766C6B4}"/>
              </a:ext>
            </a:extLst>
          </p:cNvPr>
          <p:cNvSpPr>
            <a:spLocks noGrp="1"/>
          </p:cNvSpPr>
          <p:nvPr>
            <p:ph idx="1"/>
          </p:nvPr>
        </p:nvSpPr>
        <p:spPr/>
        <p:txBody>
          <a:bodyPr/>
          <a:lstStyle/>
          <a:p>
            <a:endParaRPr lang="en-MY"/>
          </a:p>
        </p:txBody>
      </p:sp>
      <p:pic>
        <p:nvPicPr>
          <p:cNvPr id="5" name="Picture 4">
            <a:extLst>
              <a:ext uri="{FF2B5EF4-FFF2-40B4-BE49-F238E27FC236}">
                <a16:creationId xmlns:a16="http://schemas.microsoft.com/office/drawing/2014/main" id="{2DD1B308-76AC-1955-72B6-59A9B7584E8D}"/>
              </a:ext>
            </a:extLst>
          </p:cNvPr>
          <p:cNvPicPr>
            <a:picLocks noChangeAspect="1"/>
          </p:cNvPicPr>
          <p:nvPr/>
        </p:nvPicPr>
        <p:blipFill>
          <a:blip r:embed="rId2"/>
          <a:stretch>
            <a:fillRect/>
          </a:stretch>
        </p:blipFill>
        <p:spPr>
          <a:xfrm>
            <a:off x="1052512" y="457200"/>
            <a:ext cx="10086975" cy="5943600"/>
          </a:xfrm>
          <a:prstGeom prst="rect">
            <a:avLst/>
          </a:prstGeom>
        </p:spPr>
      </p:pic>
      <p:pic>
        <p:nvPicPr>
          <p:cNvPr id="21" name="Content Placeholder 20">
            <a:extLst>
              <a:ext uri="{FF2B5EF4-FFF2-40B4-BE49-F238E27FC236}">
                <a16:creationId xmlns:a16="http://schemas.microsoft.com/office/drawing/2014/main" id="{F89FF85D-4B48-EA43-05D8-FFB4125958ED}"/>
              </a:ext>
            </a:extLst>
          </p:cNvPr>
          <p:cNvPicPr>
            <a:picLocks noChangeAspect="1"/>
          </p:cNvPicPr>
          <p:nvPr/>
        </p:nvPicPr>
        <p:blipFill>
          <a:blip r:embed="rId3"/>
          <a:stretch>
            <a:fillRect/>
          </a:stretch>
        </p:blipFill>
        <p:spPr>
          <a:xfrm>
            <a:off x="7736501" y="4324499"/>
            <a:ext cx="2600326" cy="586540"/>
          </a:xfrm>
          <a:prstGeom prst="rect">
            <a:avLst/>
          </a:prstGeom>
        </p:spPr>
      </p:pic>
      <p:pic>
        <p:nvPicPr>
          <p:cNvPr id="13" name="Picture 12">
            <a:extLst>
              <a:ext uri="{FF2B5EF4-FFF2-40B4-BE49-F238E27FC236}">
                <a16:creationId xmlns:a16="http://schemas.microsoft.com/office/drawing/2014/main" id="{ED4ACD2C-2212-B735-1736-82453959C487}"/>
              </a:ext>
            </a:extLst>
          </p:cNvPr>
          <p:cNvPicPr>
            <a:picLocks noChangeAspect="1"/>
          </p:cNvPicPr>
          <p:nvPr/>
        </p:nvPicPr>
        <p:blipFill>
          <a:blip r:embed="rId4"/>
          <a:stretch>
            <a:fillRect/>
          </a:stretch>
        </p:blipFill>
        <p:spPr>
          <a:xfrm>
            <a:off x="7655540" y="457200"/>
            <a:ext cx="2600325" cy="609600"/>
          </a:xfrm>
          <a:prstGeom prst="rect">
            <a:avLst/>
          </a:prstGeom>
        </p:spPr>
      </p:pic>
      <p:pic>
        <p:nvPicPr>
          <p:cNvPr id="15" name="Picture 14">
            <a:extLst>
              <a:ext uri="{FF2B5EF4-FFF2-40B4-BE49-F238E27FC236}">
                <a16:creationId xmlns:a16="http://schemas.microsoft.com/office/drawing/2014/main" id="{0CCD3339-B212-4089-0901-D7C32A15CBEE}"/>
              </a:ext>
            </a:extLst>
          </p:cNvPr>
          <p:cNvPicPr>
            <a:picLocks noChangeAspect="1"/>
          </p:cNvPicPr>
          <p:nvPr/>
        </p:nvPicPr>
        <p:blipFill>
          <a:blip r:embed="rId5"/>
          <a:stretch>
            <a:fillRect/>
          </a:stretch>
        </p:blipFill>
        <p:spPr>
          <a:xfrm>
            <a:off x="7655540" y="1190877"/>
            <a:ext cx="4313546" cy="471181"/>
          </a:xfrm>
          <a:prstGeom prst="rect">
            <a:avLst/>
          </a:prstGeom>
        </p:spPr>
      </p:pic>
      <p:pic>
        <p:nvPicPr>
          <p:cNvPr id="17" name="Picture 16">
            <a:extLst>
              <a:ext uri="{FF2B5EF4-FFF2-40B4-BE49-F238E27FC236}">
                <a16:creationId xmlns:a16="http://schemas.microsoft.com/office/drawing/2014/main" id="{F8410319-B248-598B-C0F6-61A1E3B9CF6A}"/>
              </a:ext>
            </a:extLst>
          </p:cNvPr>
          <p:cNvPicPr>
            <a:picLocks noChangeAspect="1"/>
          </p:cNvPicPr>
          <p:nvPr/>
        </p:nvPicPr>
        <p:blipFill>
          <a:blip r:embed="rId6"/>
          <a:stretch>
            <a:fillRect/>
          </a:stretch>
        </p:blipFill>
        <p:spPr>
          <a:xfrm>
            <a:off x="7736502" y="1894552"/>
            <a:ext cx="1219200" cy="533400"/>
          </a:xfrm>
          <a:prstGeom prst="rect">
            <a:avLst/>
          </a:prstGeom>
        </p:spPr>
      </p:pic>
      <p:pic>
        <p:nvPicPr>
          <p:cNvPr id="19" name="Picture 18">
            <a:extLst>
              <a:ext uri="{FF2B5EF4-FFF2-40B4-BE49-F238E27FC236}">
                <a16:creationId xmlns:a16="http://schemas.microsoft.com/office/drawing/2014/main" id="{8F87AF14-4E45-95AB-DB9F-28B45C8F1B3D}"/>
              </a:ext>
            </a:extLst>
          </p:cNvPr>
          <p:cNvPicPr>
            <a:picLocks noChangeAspect="1"/>
          </p:cNvPicPr>
          <p:nvPr/>
        </p:nvPicPr>
        <p:blipFill>
          <a:blip r:embed="rId7"/>
          <a:stretch>
            <a:fillRect/>
          </a:stretch>
        </p:blipFill>
        <p:spPr>
          <a:xfrm>
            <a:off x="7736502" y="2565664"/>
            <a:ext cx="2600325" cy="1621123"/>
          </a:xfrm>
          <a:prstGeom prst="rect">
            <a:avLst/>
          </a:prstGeom>
        </p:spPr>
      </p:pic>
      <p:pic>
        <p:nvPicPr>
          <p:cNvPr id="6" name="Picture 5">
            <a:extLst>
              <a:ext uri="{FF2B5EF4-FFF2-40B4-BE49-F238E27FC236}">
                <a16:creationId xmlns:a16="http://schemas.microsoft.com/office/drawing/2014/main" id="{98ED0DEE-2296-B243-47AD-06C4EBE18439}"/>
              </a:ext>
            </a:extLst>
          </p:cNvPr>
          <p:cNvPicPr>
            <a:picLocks noChangeAspect="1"/>
          </p:cNvPicPr>
          <p:nvPr/>
        </p:nvPicPr>
        <p:blipFill>
          <a:blip r:embed="rId8"/>
          <a:stretch>
            <a:fillRect/>
          </a:stretch>
        </p:blipFill>
        <p:spPr>
          <a:xfrm>
            <a:off x="7776060" y="5064156"/>
            <a:ext cx="3725839" cy="1208854"/>
          </a:xfrm>
          <a:prstGeom prst="rect">
            <a:avLst/>
          </a:prstGeom>
        </p:spPr>
      </p:pic>
    </p:spTree>
    <p:extLst>
      <p:ext uri="{BB962C8B-B14F-4D97-AF65-F5344CB8AC3E}">
        <p14:creationId xmlns:p14="http://schemas.microsoft.com/office/powerpoint/2010/main" val="1389749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5DE4E-AB9B-AC53-3294-680384D07AE6}"/>
              </a:ext>
            </a:extLst>
          </p:cNvPr>
          <p:cNvSpPr>
            <a:spLocks noGrp="1"/>
          </p:cNvSpPr>
          <p:nvPr>
            <p:ph type="title"/>
          </p:nvPr>
        </p:nvSpPr>
        <p:spPr/>
        <p:txBody>
          <a:bodyPr/>
          <a:lstStyle/>
          <a:p>
            <a:endParaRPr lang="en-MY"/>
          </a:p>
        </p:txBody>
      </p:sp>
      <p:pic>
        <p:nvPicPr>
          <p:cNvPr id="5" name="Picture 4">
            <a:extLst>
              <a:ext uri="{FF2B5EF4-FFF2-40B4-BE49-F238E27FC236}">
                <a16:creationId xmlns:a16="http://schemas.microsoft.com/office/drawing/2014/main" id="{AB19577A-F5FB-23D5-BD05-B39D88B3D10D}"/>
              </a:ext>
            </a:extLst>
          </p:cNvPr>
          <p:cNvPicPr>
            <a:picLocks noChangeAspect="1"/>
          </p:cNvPicPr>
          <p:nvPr/>
        </p:nvPicPr>
        <p:blipFill>
          <a:blip r:embed="rId2"/>
          <a:stretch>
            <a:fillRect/>
          </a:stretch>
        </p:blipFill>
        <p:spPr>
          <a:xfrm>
            <a:off x="401002" y="1020038"/>
            <a:ext cx="6445633" cy="5252972"/>
          </a:xfrm>
          <a:prstGeom prst="rect">
            <a:avLst/>
          </a:prstGeom>
        </p:spPr>
      </p:pic>
      <p:pic>
        <p:nvPicPr>
          <p:cNvPr id="9" name="Picture 8">
            <a:extLst>
              <a:ext uri="{FF2B5EF4-FFF2-40B4-BE49-F238E27FC236}">
                <a16:creationId xmlns:a16="http://schemas.microsoft.com/office/drawing/2014/main" id="{3D45DB20-689A-0E85-F5C8-0B26D18C996E}"/>
              </a:ext>
            </a:extLst>
          </p:cNvPr>
          <p:cNvPicPr>
            <a:picLocks noChangeAspect="1"/>
          </p:cNvPicPr>
          <p:nvPr/>
        </p:nvPicPr>
        <p:blipFill>
          <a:blip r:embed="rId3"/>
          <a:stretch>
            <a:fillRect/>
          </a:stretch>
        </p:blipFill>
        <p:spPr>
          <a:xfrm>
            <a:off x="7451678" y="4218163"/>
            <a:ext cx="4507165" cy="2522853"/>
          </a:xfrm>
          <a:prstGeom prst="rect">
            <a:avLst/>
          </a:prstGeom>
        </p:spPr>
      </p:pic>
      <p:pic>
        <p:nvPicPr>
          <p:cNvPr id="7" name="Content Placeholder 6">
            <a:extLst>
              <a:ext uri="{FF2B5EF4-FFF2-40B4-BE49-F238E27FC236}">
                <a16:creationId xmlns:a16="http://schemas.microsoft.com/office/drawing/2014/main" id="{CBE5D0C6-59E1-865F-0345-7B11C3F7652E}"/>
              </a:ext>
            </a:extLst>
          </p:cNvPr>
          <p:cNvPicPr>
            <a:picLocks noGrp="1" noChangeAspect="1"/>
          </p:cNvPicPr>
          <p:nvPr>
            <p:ph idx="1"/>
          </p:nvPr>
        </p:nvPicPr>
        <p:blipFill>
          <a:blip r:embed="rId4"/>
          <a:stretch>
            <a:fillRect/>
          </a:stretch>
        </p:blipFill>
        <p:spPr>
          <a:xfrm>
            <a:off x="4745852" y="116984"/>
            <a:ext cx="7212991" cy="4018287"/>
          </a:xfrm>
          <a:prstGeom prst="rect">
            <a:avLst/>
          </a:prstGeom>
        </p:spPr>
      </p:pic>
    </p:spTree>
    <p:extLst>
      <p:ext uri="{BB962C8B-B14F-4D97-AF65-F5344CB8AC3E}">
        <p14:creationId xmlns:p14="http://schemas.microsoft.com/office/powerpoint/2010/main" val="3144862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754B3-4A8D-8DBB-D699-3B60C761D30C}"/>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D14F35B0-D744-B751-57E1-0783E13BA1B9}"/>
              </a:ext>
            </a:extLst>
          </p:cNvPr>
          <p:cNvSpPr>
            <a:spLocks noGrp="1"/>
          </p:cNvSpPr>
          <p:nvPr>
            <p:ph idx="1"/>
          </p:nvPr>
        </p:nvSpPr>
        <p:spPr/>
        <p:txBody>
          <a:bodyPr/>
          <a:lstStyle/>
          <a:p>
            <a:endParaRPr lang="en-MY" dirty="0"/>
          </a:p>
        </p:txBody>
      </p:sp>
      <p:pic>
        <p:nvPicPr>
          <p:cNvPr id="5" name="Picture 4">
            <a:extLst>
              <a:ext uri="{FF2B5EF4-FFF2-40B4-BE49-F238E27FC236}">
                <a16:creationId xmlns:a16="http://schemas.microsoft.com/office/drawing/2014/main" id="{C8A257EF-82A0-C85E-5DE5-D89317F1CAB6}"/>
              </a:ext>
            </a:extLst>
          </p:cNvPr>
          <p:cNvPicPr>
            <a:picLocks noChangeAspect="1"/>
          </p:cNvPicPr>
          <p:nvPr/>
        </p:nvPicPr>
        <p:blipFill>
          <a:blip r:embed="rId2"/>
          <a:stretch>
            <a:fillRect/>
          </a:stretch>
        </p:blipFill>
        <p:spPr>
          <a:xfrm>
            <a:off x="1714500" y="547687"/>
            <a:ext cx="8763000" cy="5762625"/>
          </a:xfrm>
          <a:prstGeom prst="rect">
            <a:avLst/>
          </a:prstGeom>
        </p:spPr>
      </p:pic>
      <p:pic>
        <p:nvPicPr>
          <p:cNvPr id="6" name="Picture 5">
            <a:extLst>
              <a:ext uri="{FF2B5EF4-FFF2-40B4-BE49-F238E27FC236}">
                <a16:creationId xmlns:a16="http://schemas.microsoft.com/office/drawing/2014/main" id="{809A0D76-C7D8-0A77-99DD-9BE9FCBE8D89}"/>
              </a:ext>
            </a:extLst>
          </p:cNvPr>
          <p:cNvPicPr>
            <a:picLocks noChangeAspect="1"/>
          </p:cNvPicPr>
          <p:nvPr/>
        </p:nvPicPr>
        <p:blipFill>
          <a:blip r:embed="rId3"/>
          <a:stretch>
            <a:fillRect/>
          </a:stretch>
        </p:blipFill>
        <p:spPr>
          <a:xfrm>
            <a:off x="8786599" y="1017484"/>
            <a:ext cx="3005351" cy="1502676"/>
          </a:xfrm>
          <a:prstGeom prst="rect">
            <a:avLst/>
          </a:prstGeom>
        </p:spPr>
      </p:pic>
      <p:pic>
        <p:nvPicPr>
          <p:cNvPr id="8" name="Picture 7">
            <a:extLst>
              <a:ext uri="{FF2B5EF4-FFF2-40B4-BE49-F238E27FC236}">
                <a16:creationId xmlns:a16="http://schemas.microsoft.com/office/drawing/2014/main" id="{4446F3FB-9C97-E48D-9BD6-5532F356C422}"/>
              </a:ext>
            </a:extLst>
          </p:cNvPr>
          <p:cNvPicPr>
            <a:picLocks noChangeAspect="1"/>
          </p:cNvPicPr>
          <p:nvPr/>
        </p:nvPicPr>
        <p:blipFill>
          <a:blip r:embed="rId4"/>
          <a:stretch>
            <a:fillRect/>
          </a:stretch>
        </p:blipFill>
        <p:spPr>
          <a:xfrm>
            <a:off x="7636971" y="2879828"/>
            <a:ext cx="4154979" cy="1281326"/>
          </a:xfrm>
          <a:prstGeom prst="rect">
            <a:avLst/>
          </a:prstGeom>
        </p:spPr>
      </p:pic>
    </p:spTree>
    <p:extLst>
      <p:ext uri="{BB962C8B-B14F-4D97-AF65-F5344CB8AC3E}">
        <p14:creationId xmlns:p14="http://schemas.microsoft.com/office/powerpoint/2010/main" val="2316822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57F61DD-4C63-275E-2E86-03ECA4C6FA0F}"/>
              </a:ext>
            </a:extLst>
          </p:cNvPr>
          <p:cNvPicPr>
            <a:picLocks noChangeAspect="1"/>
          </p:cNvPicPr>
          <p:nvPr/>
        </p:nvPicPr>
        <p:blipFill>
          <a:blip r:embed="rId2"/>
          <a:stretch>
            <a:fillRect/>
          </a:stretch>
        </p:blipFill>
        <p:spPr>
          <a:xfrm>
            <a:off x="628650" y="138112"/>
            <a:ext cx="10934700" cy="6581775"/>
          </a:xfrm>
          <a:prstGeom prst="rect">
            <a:avLst/>
          </a:prstGeom>
        </p:spPr>
      </p:pic>
      <p:pic>
        <p:nvPicPr>
          <p:cNvPr id="5" name="Picture 4">
            <a:extLst>
              <a:ext uri="{FF2B5EF4-FFF2-40B4-BE49-F238E27FC236}">
                <a16:creationId xmlns:a16="http://schemas.microsoft.com/office/drawing/2014/main" id="{8B024F1B-DE6D-3F17-093C-A78377B9ED0D}"/>
              </a:ext>
            </a:extLst>
          </p:cNvPr>
          <p:cNvPicPr>
            <a:picLocks noChangeAspect="1"/>
          </p:cNvPicPr>
          <p:nvPr/>
        </p:nvPicPr>
        <p:blipFill>
          <a:blip r:embed="rId3"/>
          <a:stretch>
            <a:fillRect/>
          </a:stretch>
        </p:blipFill>
        <p:spPr>
          <a:xfrm>
            <a:off x="5592455" y="4507113"/>
            <a:ext cx="6438900" cy="2028825"/>
          </a:xfrm>
          <a:prstGeom prst="rect">
            <a:avLst/>
          </a:prstGeom>
        </p:spPr>
      </p:pic>
    </p:spTree>
    <p:extLst>
      <p:ext uri="{BB962C8B-B14F-4D97-AF65-F5344CB8AC3E}">
        <p14:creationId xmlns:p14="http://schemas.microsoft.com/office/powerpoint/2010/main" val="352988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E47FE1-47E8-CA76-BF2A-E5DDF0640F74}"/>
              </a:ext>
            </a:extLst>
          </p:cNvPr>
          <p:cNvPicPr>
            <a:picLocks noChangeAspect="1"/>
          </p:cNvPicPr>
          <p:nvPr/>
        </p:nvPicPr>
        <p:blipFill>
          <a:blip r:embed="rId2"/>
          <a:stretch>
            <a:fillRect/>
          </a:stretch>
        </p:blipFill>
        <p:spPr>
          <a:xfrm>
            <a:off x="904875" y="514350"/>
            <a:ext cx="10382250" cy="5829300"/>
          </a:xfrm>
          <a:prstGeom prst="rect">
            <a:avLst/>
          </a:prstGeom>
        </p:spPr>
      </p:pic>
      <p:pic>
        <p:nvPicPr>
          <p:cNvPr id="7" name="Picture 6">
            <a:extLst>
              <a:ext uri="{FF2B5EF4-FFF2-40B4-BE49-F238E27FC236}">
                <a16:creationId xmlns:a16="http://schemas.microsoft.com/office/drawing/2014/main" id="{A3296487-C20E-5527-2CC9-9A21F423ACC9}"/>
              </a:ext>
            </a:extLst>
          </p:cNvPr>
          <p:cNvPicPr>
            <a:picLocks noChangeAspect="1"/>
          </p:cNvPicPr>
          <p:nvPr/>
        </p:nvPicPr>
        <p:blipFill>
          <a:blip r:embed="rId3"/>
          <a:stretch>
            <a:fillRect/>
          </a:stretch>
        </p:blipFill>
        <p:spPr>
          <a:xfrm>
            <a:off x="8138259" y="1440123"/>
            <a:ext cx="2657475" cy="2476500"/>
          </a:xfrm>
          <a:prstGeom prst="rect">
            <a:avLst/>
          </a:prstGeom>
        </p:spPr>
      </p:pic>
      <p:pic>
        <p:nvPicPr>
          <p:cNvPr id="9" name="Picture 8">
            <a:extLst>
              <a:ext uri="{FF2B5EF4-FFF2-40B4-BE49-F238E27FC236}">
                <a16:creationId xmlns:a16="http://schemas.microsoft.com/office/drawing/2014/main" id="{7EB6AA21-DD44-282F-FF83-6431B46568E9}"/>
              </a:ext>
            </a:extLst>
          </p:cNvPr>
          <p:cNvPicPr>
            <a:picLocks noChangeAspect="1"/>
          </p:cNvPicPr>
          <p:nvPr/>
        </p:nvPicPr>
        <p:blipFill>
          <a:blip r:embed="rId4"/>
          <a:stretch>
            <a:fillRect/>
          </a:stretch>
        </p:blipFill>
        <p:spPr>
          <a:xfrm>
            <a:off x="9819707" y="4118869"/>
            <a:ext cx="1314450" cy="628650"/>
          </a:xfrm>
          <a:prstGeom prst="rect">
            <a:avLst/>
          </a:prstGeom>
        </p:spPr>
      </p:pic>
      <p:pic>
        <p:nvPicPr>
          <p:cNvPr id="11" name="Picture 10">
            <a:extLst>
              <a:ext uri="{FF2B5EF4-FFF2-40B4-BE49-F238E27FC236}">
                <a16:creationId xmlns:a16="http://schemas.microsoft.com/office/drawing/2014/main" id="{B6396612-3B1E-1478-C45A-5462DC0D9178}"/>
              </a:ext>
            </a:extLst>
          </p:cNvPr>
          <p:cNvPicPr>
            <a:picLocks noChangeAspect="1"/>
          </p:cNvPicPr>
          <p:nvPr/>
        </p:nvPicPr>
        <p:blipFill>
          <a:blip r:embed="rId5"/>
          <a:stretch>
            <a:fillRect/>
          </a:stretch>
        </p:blipFill>
        <p:spPr>
          <a:xfrm>
            <a:off x="8138259" y="4894859"/>
            <a:ext cx="3148866" cy="1021654"/>
          </a:xfrm>
          <a:prstGeom prst="rect">
            <a:avLst/>
          </a:prstGeom>
        </p:spPr>
      </p:pic>
    </p:spTree>
    <p:extLst>
      <p:ext uri="{BB962C8B-B14F-4D97-AF65-F5344CB8AC3E}">
        <p14:creationId xmlns:p14="http://schemas.microsoft.com/office/powerpoint/2010/main" val="660396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F85AA47-967F-8584-5FFB-E9BE41F4BF7B}"/>
              </a:ext>
            </a:extLst>
          </p:cNvPr>
          <p:cNvPicPr>
            <a:picLocks noChangeAspect="1"/>
          </p:cNvPicPr>
          <p:nvPr/>
        </p:nvPicPr>
        <p:blipFill>
          <a:blip r:embed="rId2"/>
          <a:stretch>
            <a:fillRect/>
          </a:stretch>
        </p:blipFill>
        <p:spPr>
          <a:xfrm>
            <a:off x="957262" y="552450"/>
            <a:ext cx="10277475" cy="5753100"/>
          </a:xfrm>
          <a:prstGeom prst="rect">
            <a:avLst/>
          </a:prstGeom>
        </p:spPr>
      </p:pic>
      <p:pic>
        <p:nvPicPr>
          <p:cNvPr id="9" name="Picture 8">
            <a:extLst>
              <a:ext uri="{FF2B5EF4-FFF2-40B4-BE49-F238E27FC236}">
                <a16:creationId xmlns:a16="http://schemas.microsoft.com/office/drawing/2014/main" id="{24EBF079-DBD8-BB99-A208-7F372E5DA496}"/>
              </a:ext>
            </a:extLst>
          </p:cNvPr>
          <p:cNvPicPr>
            <a:picLocks noChangeAspect="1"/>
          </p:cNvPicPr>
          <p:nvPr/>
        </p:nvPicPr>
        <p:blipFill>
          <a:blip r:embed="rId3"/>
          <a:stretch>
            <a:fillRect/>
          </a:stretch>
        </p:blipFill>
        <p:spPr>
          <a:xfrm>
            <a:off x="4152293" y="3839787"/>
            <a:ext cx="6181725" cy="1905000"/>
          </a:xfrm>
          <a:prstGeom prst="rect">
            <a:avLst/>
          </a:prstGeom>
        </p:spPr>
      </p:pic>
    </p:spTree>
    <p:extLst>
      <p:ext uri="{BB962C8B-B14F-4D97-AF65-F5344CB8AC3E}">
        <p14:creationId xmlns:p14="http://schemas.microsoft.com/office/powerpoint/2010/main" val="1539135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92DB9FD-836A-430D-4BFD-DB66C56A33C7}"/>
              </a:ext>
            </a:extLst>
          </p:cNvPr>
          <p:cNvPicPr>
            <a:picLocks noChangeAspect="1"/>
          </p:cNvPicPr>
          <p:nvPr/>
        </p:nvPicPr>
        <p:blipFill>
          <a:blip r:embed="rId2"/>
          <a:stretch>
            <a:fillRect/>
          </a:stretch>
        </p:blipFill>
        <p:spPr>
          <a:xfrm>
            <a:off x="919162" y="523875"/>
            <a:ext cx="10353675" cy="5810250"/>
          </a:xfrm>
          <a:prstGeom prst="rect">
            <a:avLst/>
          </a:prstGeom>
        </p:spPr>
      </p:pic>
      <p:pic>
        <p:nvPicPr>
          <p:cNvPr id="5" name="Picture 4">
            <a:extLst>
              <a:ext uri="{FF2B5EF4-FFF2-40B4-BE49-F238E27FC236}">
                <a16:creationId xmlns:a16="http://schemas.microsoft.com/office/drawing/2014/main" id="{1D3B0C41-936E-8D15-8F09-6425D3EEE695}"/>
              </a:ext>
            </a:extLst>
          </p:cNvPr>
          <p:cNvPicPr>
            <a:picLocks noChangeAspect="1"/>
          </p:cNvPicPr>
          <p:nvPr/>
        </p:nvPicPr>
        <p:blipFill>
          <a:blip r:embed="rId3"/>
          <a:stretch>
            <a:fillRect/>
          </a:stretch>
        </p:blipFill>
        <p:spPr>
          <a:xfrm>
            <a:off x="9194223" y="985646"/>
            <a:ext cx="2781300" cy="561975"/>
          </a:xfrm>
          <a:prstGeom prst="rect">
            <a:avLst/>
          </a:prstGeom>
        </p:spPr>
      </p:pic>
    </p:spTree>
    <p:extLst>
      <p:ext uri="{BB962C8B-B14F-4D97-AF65-F5344CB8AC3E}">
        <p14:creationId xmlns:p14="http://schemas.microsoft.com/office/powerpoint/2010/main" val="1997090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37FFE7D-BB83-E3CD-606E-E510C3809E6B}"/>
              </a:ext>
            </a:extLst>
          </p:cNvPr>
          <p:cNvPicPr>
            <a:picLocks noChangeAspect="1"/>
          </p:cNvPicPr>
          <p:nvPr/>
        </p:nvPicPr>
        <p:blipFill>
          <a:blip r:embed="rId2"/>
          <a:stretch>
            <a:fillRect/>
          </a:stretch>
        </p:blipFill>
        <p:spPr>
          <a:xfrm>
            <a:off x="942975" y="523875"/>
            <a:ext cx="10306050" cy="5810250"/>
          </a:xfrm>
          <a:prstGeom prst="rect">
            <a:avLst/>
          </a:prstGeom>
        </p:spPr>
      </p:pic>
      <p:pic>
        <p:nvPicPr>
          <p:cNvPr id="5" name="Picture 4">
            <a:extLst>
              <a:ext uri="{FF2B5EF4-FFF2-40B4-BE49-F238E27FC236}">
                <a16:creationId xmlns:a16="http://schemas.microsoft.com/office/drawing/2014/main" id="{887C1AAE-5188-CE7D-4BEE-713DA43363E2}"/>
              </a:ext>
            </a:extLst>
          </p:cNvPr>
          <p:cNvPicPr>
            <a:picLocks noChangeAspect="1"/>
          </p:cNvPicPr>
          <p:nvPr/>
        </p:nvPicPr>
        <p:blipFill>
          <a:blip r:embed="rId3"/>
          <a:stretch>
            <a:fillRect/>
          </a:stretch>
        </p:blipFill>
        <p:spPr>
          <a:xfrm>
            <a:off x="9004416" y="229478"/>
            <a:ext cx="2628900" cy="552450"/>
          </a:xfrm>
          <a:prstGeom prst="rect">
            <a:avLst/>
          </a:prstGeom>
        </p:spPr>
      </p:pic>
      <p:pic>
        <p:nvPicPr>
          <p:cNvPr id="11" name="Picture 10">
            <a:extLst>
              <a:ext uri="{FF2B5EF4-FFF2-40B4-BE49-F238E27FC236}">
                <a16:creationId xmlns:a16="http://schemas.microsoft.com/office/drawing/2014/main" id="{B5AAF39A-E762-CFD8-7916-B4B5AB92F351}"/>
              </a:ext>
            </a:extLst>
          </p:cNvPr>
          <p:cNvPicPr>
            <a:picLocks noChangeAspect="1"/>
          </p:cNvPicPr>
          <p:nvPr/>
        </p:nvPicPr>
        <p:blipFill>
          <a:blip r:embed="rId4"/>
          <a:stretch>
            <a:fillRect/>
          </a:stretch>
        </p:blipFill>
        <p:spPr>
          <a:xfrm>
            <a:off x="7889707" y="963762"/>
            <a:ext cx="3743609" cy="496422"/>
          </a:xfrm>
          <a:prstGeom prst="rect">
            <a:avLst/>
          </a:prstGeom>
        </p:spPr>
      </p:pic>
      <p:pic>
        <p:nvPicPr>
          <p:cNvPr id="13" name="Picture 12">
            <a:extLst>
              <a:ext uri="{FF2B5EF4-FFF2-40B4-BE49-F238E27FC236}">
                <a16:creationId xmlns:a16="http://schemas.microsoft.com/office/drawing/2014/main" id="{8429647A-6460-C7C3-B621-37AB70B2F3C2}"/>
              </a:ext>
            </a:extLst>
          </p:cNvPr>
          <p:cNvPicPr>
            <a:picLocks noChangeAspect="1"/>
          </p:cNvPicPr>
          <p:nvPr/>
        </p:nvPicPr>
        <p:blipFill>
          <a:blip r:embed="rId5"/>
          <a:stretch>
            <a:fillRect/>
          </a:stretch>
        </p:blipFill>
        <p:spPr>
          <a:xfrm>
            <a:off x="9165451" y="1567060"/>
            <a:ext cx="2467865" cy="408110"/>
          </a:xfrm>
          <a:prstGeom prst="rect">
            <a:avLst/>
          </a:prstGeom>
        </p:spPr>
      </p:pic>
      <p:pic>
        <p:nvPicPr>
          <p:cNvPr id="15" name="Picture 14">
            <a:extLst>
              <a:ext uri="{FF2B5EF4-FFF2-40B4-BE49-F238E27FC236}">
                <a16:creationId xmlns:a16="http://schemas.microsoft.com/office/drawing/2014/main" id="{BDA13A88-5CF3-1ED2-F408-CB5AEF86B72A}"/>
              </a:ext>
            </a:extLst>
          </p:cNvPr>
          <p:cNvPicPr>
            <a:picLocks noChangeAspect="1"/>
          </p:cNvPicPr>
          <p:nvPr/>
        </p:nvPicPr>
        <p:blipFill>
          <a:blip r:embed="rId6"/>
          <a:stretch>
            <a:fillRect/>
          </a:stretch>
        </p:blipFill>
        <p:spPr>
          <a:xfrm>
            <a:off x="8977354" y="2212220"/>
            <a:ext cx="2655962" cy="1443458"/>
          </a:xfrm>
          <a:prstGeom prst="rect">
            <a:avLst/>
          </a:prstGeom>
        </p:spPr>
      </p:pic>
    </p:spTree>
    <p:extLst>
      <p:ext uri="{BB962C8B-B14F-4D97-AF65-F5344CB8AC3E}">
        <p14:creationId xmlns:p14="http://schemas.microsoft.com/office/powerpoint/2010/main" val="2710097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0B736-EAED-1D98-39B8-72CFEAA144F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96EF85-6C12-B308-64A5-992A32C469C6}"/>
              </a:ext>
            </a:extLst>
          </p:cNvPr>
          <p:cNvSpPr>
            <a:spLocks noGrp="1"/>
          </p:cNvSpPr>
          <p:nvPr>
            <p:ph type="title"/>
          </p:nvPr>
        </p:nvSpPr>
        <p:spPr/>
        <p:txBody>
          <a:bodyPr/>
          <a:lstStyle/>
          <a:p>
            <a:r>
              <a:rPr lang="en-US" dirty="0"/>
              <a:t>WHAT TO SUBMIT IN B</a:t>
            </a:r>
            <a:endParaRPr lang="en-MY" dirty="0"/>
          </a:p>
        </p:txBody>
      </p:sp>
      <p:sp>
        <p:nvSpPr>
          <p:cNvPr id="5" name="Content Placeholder 4">
            <a:extLst>
              <a:ext uri="{FF2B5EF4-FFF2-40B4-BE49-F238E27FC236}">
                <a16:creationId xmlns:a16="http://schemas.microsoft.com/office/drawing/2014/main" id="{0312BCBC-8DBC-3A9B-6065-5F05067F9846}"/>
              </a:ext>
            </a:extLst>
          </p:cNvPr>
          <p:cNvSpPr>
            <a:spLocks noGrp="1"/>
          </p:cNvSpPr>
          <p:nvPr>
            <p:ph idx="1"/>
          </p:nvPr>
        </p:nvSpPr>
        <p:spPr/>
        <p:txBody>
          <a:bodyPr/>
          <a:lstStyle/>
          <a:p>
            <a:r>
              <a:rPr lang="en-US" dirty="0"/>
              <a:t>JPG snapshots of</a:t>
            </a:r>
          </a:p>
          <a:p>
            <a:pPr marL="342900" indent="-342900">
              <a:buAutoNum type="arabicParenR"/>
            </a:pPr>
            <a:r>
              <a:rPr lang="en-US" dirty="0"/>
              <a:t>Antigravity</a:t>
            </a:r>
          </a:p>
          <a:p>
            <a:pPr marL="342900" indent="-342900">
              <a:buAutoNum type="arabicParenR"/>
            </a:pPr>
            <a:r>
              <a:rPr lang="en-US" dirty="0" err="1"/>
              <a:t>Github</a:t>
            </a:r>
            <a:endParaRPr lang="en-US" dirty="0"/>
          </a:p>
          <a:p>
            <a:pPr marL="342900" indent="-342900">
              <a:buAutoNum type="arabicParenR"/>
            </a:pPr>
            <a:r>
              <a:rPr lang="en-US" dirty="0" err="1"/>
              <a:t>Vercel</a:t>
            </a:r>
            <a:endParaRPr lang="en-US" dirty="0"/>
          </a:p>
          <a:p>
            <a:pPr marL="342900" indent="-342900">
              <a:buAutoNum type="arabicParenR"/>
            </a:pPr>
            <a:r>
              <a:rPr lang="en-US" dirty="0"/>
              <a:t>Live – browser, with the URL</a:t>
            </a:r>
            <a:endParaRPr lang="en-MY" dirty="0"/>
          </a:p>
        </p:txBody>
      </p:sp>
    </p:spTree>
    <p:extLst>
      <p:ext uri="{BB962C8B-B14F-4D97-AF65-F5344CB8AC3E}">
        <p14:creationId xmlns:p14="http://schemas.microsoft.com/office/powerpoint/2010/main" val="1724172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32C05-392F-8D72-4CF7-EE439743FB45}"/>
              </a:ext>
            </a:extLst>
          </p:cNvPr>
          <p:cNvSpPr>
            <a:spLocks noGrp="1"/>
          </p:cNvSpPr>
          <p:nvPr>
            <p:ph type="title"/>
          </p:nvPr>
        </p:nvSpPr>
        <p:spPr/>
        <p:txBody>
          <a:bodyPr/>
          <a:lstStyle/>
          <a:p>
            <a:r>
              <a:rPr lang="en-US" dirty="0"/>
              <a:t>References</a:t>
            </a:r>
            <a:endParaRPr lang="en-MY" dirty="0"/>
          </a:p>
        </p:txBody>
      </p:sp>
      <p:sp>
        <p:nvSpPr>
          <p:cNvPr id="3" name="Content Placeholder 2">
            <a:extLst>
              <a:ext uri="{FF2B5EF4-FFF2-40B4-BE49-F238E27FC236}">
                <a16:creationId xmlns:a16="http://schemas.microsoft.com/office/drawing/2014/main" id="{B9C28893-91BA-236F-1022-948109BD6244}"/>
              </a:ext>
            </a:extLst>
          </p:cNvPr>
          <p:cNvSpPr>
            <a:spLocks noGrp="1"/>
          </p:cNvSpPr>
          <p:nvPr>
            <p:ph idx="1"/>
          </p:nvPr>
        </p:nvSpPr>
        <p:spPr/>
        <p:txBody>
          <a:bodyPr>
            <a:normAutofit fontScale="77500" lnSpcReduction="20000"/>
          </a:bodyPr>
          <a:lstStyle/>
          <a:p>
            <a:r>
              <a:rPr lang="en-MY" dirty="0"/>
              <a:t>Chapters </a:t>
            </a:r>
            <a:br>
              <a:rPr lang="en-MY" dirty="0"/>
            </a:br>
            <a:r>
              <a:rPr lang="en-MY" dirty="0">
                <a:hlinkClick r:id="rId2"/>
              </a:rPr>
              <a:t>0:00</a:t>
            </a:r>
            <a:r>
              <a:rPr lang="en-MY" dirty="0"/>
              <a:t> A free website, start to finish </a:t>
            </a:r>
            <a:br>
              <a:rPr lang="en-MY" dirty="0"/>
            </a:br>
            <a:r>
              <a:rPr lang="en-MY" dirty="0">
                <a:hlinkClick r:id="rId3"/>
              </a:rPr>
              <a:t>0:26</a:t>
            </a:r>
            <a:r>
              <a:rPr lang="en-MY" dirty="0"/>
              <a:t> Why this design </a:t>
            </a:r>
            <a:br>
              <a:rPr lang="en-MY" dirty="0"/>
            </a:br>
            <a:r>
              <a:rPr lang="en-MY" dirty="0">
                <a:hlinkClick r:id="rId4"/>
              </a:rPr>
              <a:t>1:03</a:t>
            </a:r>
            <a:r>
              <a:rPr lang="en-MY" dirty="0"/>
              <a:t> What Google Antigravity is </a:t>
            </a:r>
            <a:br>
              <a:rPr lang="en-MY" dirty="0"/>
            </a:br>
            <a:r>
              <a:rPr lang="en-MY" dirty="0">
                <a:hlinkClick r:id="rId5"/>
              </a:rPr>
              <a:t>1:25</a:t>
            </a:r>
            <a:r>
              <a:rPr lang="en-MY" dirty="0"/>
              <a:t> What you need </a:t>
            </a:r>
            <a:br>
              <a:rPr lang="en-MY" dirty="0"/>
            </a:br>
            <a:r>
              <a:rPr lang="en-MY" dirty="0">
                <a:hlinkClick r:id="rId6"/>
              </a:rPr>
              <a:t>1:43</a:t>
            </a:r>
            <a:r>
              <a:rPr lang="en-MY" dirty="0"/>
              <a:t> Step 1: Install Antigravity </a:t>
            </a:r>
            <a:br>
              <a:rPr lang="en-MY" dirty="0"/>
            </a:br>
            <a:r>
              <a:rPr lang="en-MY" dirty="0">
                <a:hlinkClick r:id="rId7"/>
              </a:rPr>
              <a:t>2:17</a:t>
            </a:r>
            <a:r>
              <a:rPr lang="en-MY" dirty="0"/>
              <a:t> Step 2: Quick tour </a:t>
            </a:r>
            <a:br>
              <a:rPr lang="en-MY" dirty="0"/>
            </a:br>
            <a:r>
              <a:rPr lang="en-MY" dirty="0">
                <a:hlinkClick r:id="rId8"/>
              </a:rPr>
              <a:t>3:18</a:t>
            </a:r>
            <a:r>
              <a:rPr lang="en-MY" dirty="0"/>
              <a:t> Step 3: Two files (DESIGN.md + your text)</a:t>
            </a:r>
            <a:br>
              <a:rPr lang="en-MY" dirty="0"/>
            </a:br>
            <a:r>
              <a:rPr lang="en-MY" dirty="0"/>
              <a:t> </a:t>
            </a:r>
            <a:r>
              <a:rPr lang="en-MY" dirty="0">
                <a:hlinkClick r:id="rId9"/>
              </a:rPr>
              <a:t>4:32</a:t>
            </a:r>
            <a:r>
              <a:rPr lang="en-MY" dirty="0"/>
              <a:t> Step 4: Build the web app </a:t>
            </a:r>
            <a:br>
              <a:rPr lang="en-MY" dirty="0"/>
            </a:br>
            <a:r>
              <a:rPr lang="en-MY" dirty="0">
                <a:hlinkClick r:id="rId10"/>
              </a:rPr>
              <a:t>6:13</a:t>
            </a:r>
            <a:r>
              <a:rPr lang="en-MY" dirty="0"/>
              <a:t> Step 5: Check and fix </a:t>
            </a:r>
            <a:br>
              <a:rPr lang="en-MY" dirty="0"/>
            </a:br>
            <a:r>
              <a:rPr lang="en-MY" dirty="0">
                <a:hlinkClick r:id="rId11"/>
              </a:rPr>
              <a:t>7:19</a:t>
            </a:r>
            <a:r>
              <a:rPr lang="en-MY" dirty="0"/>
              <a:t> Step 6: Push to GitHub </a:t>
            </a:r>
            <a:br>
              <a:rPr lang="en-MY" dirty="0"/>
            </a:br>
            <a:r>
              <a:rPr lang="en-MY" dirty="0">
                <a:hlinkClick r:id="rId12"/>
              </a:rPr>
              <a:t>8:02</a:t>
            </a:r>
            <a:r>
              <a:rPr lang="en-MY" dirty="0"/>
              <a:t> Step 7: Live on </a:t>
            </a:r>
            <a:r>
              <a:rPr lang="en-MY" dirty="0" err="1"/>
              <a:t>Vercel</a:t>
            </a:r>
            <a:r>
              <a:rPr lang="en-MY" dirty="0"/>
              <a:t> </a:t>
            </a:r>
            <a:br>
              <a:rPr lang="en-MY" dirty="0"/>
            </a:br>
            <a:r>
              <a:rPr lang="en-MY" dirty="0">
                <a:hlinkClick r:id="rId13"/>
              </a:rPr>
              <a:t>8:39</a:t>
            </a:r>
            <a:r>
              <a:rPr lang="en-MY" dirty="0"/>
              <a:t> Wrap-up</a:t>
            </a:r>
            <a:br>
              <a:rPr lang="en-MY" dirty="0"/>
            </a:br>
            <a:br>
              <a:rPr lang="en-MY" dirty="0"/>
            </a:br>
            <a:r>
              <a:rPr lang="en-MY" dirty="0"/>
              <a:t>Design file (DESIGN.md, MIT): </a:t>
            </a:r>
            <a:r>
              <a:rPr lang="en-MY" dirty="0">
                <a:hlinkClick r:id="rId14"/>
              </a:rPr>
              <a:t>https://designmd.ai/</a:t>
            </a:r>
            <a:r>
              <a:rPr lang="en-MY" dirty="0" err="1">
                <a:hlinkClick r:id="rId14"/>
              </a:rPr>
              <a:t>laxmimerit</a:t>
            </a:r>
            <a:r>
              <a:rPr lang="en-MY" dirty="0">
                <a:hlinkClick r:id="rId14"/>
              </a:rPr>
              <a:t>/sorry-...</a:t>
            </a:r>
            <a:r>
              <a:rPr lang="en-MY" dirty="0"/>
              <a:t> </a:t>
            </a:r>
            <a:br>
              <a:rPr lang="en-MY" dirty="0"/>
            </a:br>
            <a:r>
              <a:rPr lang="en-MY" dirty="0"/>
              <a:t>Repository with all five prompts: </a:t>
            </a:r>
            <a:r>
              <a:rPr lang="en-MY" dirty="0">
                <a:hlinkClick r:id="rId15"/>
              </a:rPr>
              <a:t>https://github.com/</a:t>
            </a:r>
            <a:r>
              <a:rPr lang="en-MY" dirty="0" err="1">
                <a:hlinkClick r:id="rId15"/>
              </a:rPr>
              <a:t>laxmimerit</a:t>
            </a:r>
            <a:r>
              <a:rPr lang="en-MY" dirty="0">
                <a:hlinkClick r:id="rId15"/>
              </a:rPr>
              <a:t>/</a:t>
            </a:r>
            <a:r>
              <a:rPr lang="en-MY" dirty="0" err="1">
                <a:hlinkClick r:id="rId15"/>
              </a:rPr>
              <a:t>youtube</a:t>
            </a:r>
            <a:r>
              <a:rPr lang="en-MY" dirty="0">
                <a:hlinkClick r:id="rId15"/>
              </a:rPr>
              <a:t>...</a:t>
            </a:r>
            <a:r>
              <a:rPr lang="en-MY" dirty="0"/>
              <a:t> </a:t>
            </a:r>
            <a:br>
              <a:rPr lang="en-MY" dirty="0"/>
            </a:br>
            <a:r>
              <a:rPr lang="en-MY" dirty="0"/>
              <a:t>The finished site: </a:t>
            </a:r>
            <a:r>
              <a:rPr lang="en-MY" dirty="0">
                <a:hlinkClick r:id="rId16"/>
              </a:rPr>
              <a:t>https://sorrybravia.vercel.app</a:t>
            </a:r>
            <a:r>
              <a:rPr lang="en-MY" dirty="0"/>
              <a:t> </a:t>
            </a:r>
            <a:br>
              <a:rPr lang="en-MY" dirty="0"/>
            </a:br>
            <a:r>
              <a:rPr lang="en-MY" dirty="0"/>
              <a:t>Download Antigravity: </a:t>
            </a:r>
            <a:r>
              <a:rPr lang="en-MY" dirty="0">
                <a:hlinkClick r:id="rId17"/>
              </a:rPr>
              <a:t>https://antigravity.google/download</a:t>
            </a:r>
            <a:r>
              <a:rPr lang="en-MY" dirty="0"/>
              <a:t> </a:t>
            </a:r>
            <a:br>
              <a:rPr lang="en-MY" dirty="0"/>
            </a:br>
            <a:r>
              <a:rPr lang="en-MY" dirty="0"/>
              <a:t>Antigravity pricing: </a:t>
            </a:r>
            <a:r>
              <a:rPr lang="en-MY" dirty="0">
                <a:hlinkClick r:id="rId18"/>
              </a:rPr>
              <a:t>https://antigravity.google/pricing</a:t>
            </a:r>
            <a:r>
              <a:rPr lang="en-MY" dirty="0"/>
              <a:t> </a:t>
            </a:r>
            <a:br>
              <a:rPr lang="en-MY" dirty="0"/>
            </a:br>
            <a:r>
              <a:rPr lang="en-MY" dirty="0"/>
              <a:t>Node.js: </a:t>
            </a:r>
            <a:r>
              <a:rPr lang="en-MY" dirty="0">
                <a:hlinkClick r:id="rId19"/>
              </a:rPr>
              <a:t>https://nodejs.org</a:t>
            </a:r>
            <a:endParaRPr lang="en-MY" dirty="0"/>
          </a:p>
        </p:txBody>
      </p:sp>
    </p:spTree>
    <p:extLst>
      <p:ext uri="{BB962C8B-B14F-4D97-AF65-F5344CB8AC3E}">
        <p14:creationId xmlns:p14="http://schemas.microsoft.com/office/powerpoint/2010/main" val="2485585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3C9CE-55CE-B71D-9043-51B0E96EF222}"/>
              </a:ext>
            </a:extLst>
          </p:cNvPr>
          <p:cNvSpPr>
            <a:spLocks noGrp="1"/>
          </p:cNvSpPr>
          <p:nvPr>
            <p:ph type="title"/>
          </p:nvPr>
        </p:nvSpPr>
        <p:spPr/>
        <p:txBody>
          <a:bodyPr/>
          <a:lstStyle/>
          <a:p>
            <a:r>
              <a:rPr lang="en-US" dirty="0"/>
              <a:t>PROMPTS</a:t>
            </a:r>
            <a:endParaRPr lang="en-MY" dirty="0"/>
          </a:p>
        </p:txBody>
      </p:sp>
      <p:sp>
        <p:nvSpPr>
          <p:cNvPr id="3" name="Content Placeholder 2">
            <a:extLst>
              <a:ext uri="{FF2B5EF4-FFF2-40B4-BE49-F238E27FC236}">
                <a16:creationId xmlns:a16="http://schemas.microsoft.com/office/drawing/2014/main" id="{09F591D0-1130-FFE3-483B-1EA975859AD7}"/>
              </a:ext>
            </a:extLst>
          </p:cNvPr>
          <p:cNvSpPr>
            <a:spLocks noGrp="1"/>
          </p:cNvSpPr>
          <p:nvPr>
            <p:ph idx="1"/>
          </p:nvPr>
        </p:nvSpPr>
        <p:spPr/>
        <p:txBody>
          <a:bodyPr>
            <a:normAutofit fontScale="77500" lnSpcReduction="20000"/>
          </a:bodyPr>
          <a:lstStyle/>
          <a:p>
            <a:r>
              <a:rPr lang="en-MY" dirty="0"/>
              <a:t>Create a Next.js app in this folder and build one landing page from the text in content.txt. Follow DESIGN.md exactly for the </a:t>
            </a:r>
            <a:r>
              <a:rPr lang="en-MY" dirty="0" err="1"/>
              <a:t>colors</a:t>
            </a:r>
            <a:r>
              <a:rPr lang="en-MY" dirty="0"/>
              <a:t>, fonts, spacing and components. Use every section of content.txt and keep its wording. Make it work on phones too. When it is done, run it locally so I can preview it.</a:t>
            </a:r>
            <a:br>
              <a:rPr lang="en-MY" dirty="0"/>
            </a:br>
            <a:r>
              <a:rPr lang="en-MY" dirty="0"/>
              <a:t>===================</a:t>
            </a:r>
            <a:br>
              <a:rPr lang="en-MY" dirty="0"/>
            </a:br>
            <a:r>
              <a:rPr lang="en-MY" dirty="0"/>
              <a:t>The page has text that is not in content.txt, like "Official checklist", the extra tip under every step, and lines such as "Brands cannot legally withhold the technical assessment report". Remove every sentence, label and tip that is not in content.txt, so the page only says what content.txt says. Keep the design and layout.</a:t>
            </a:r>
            <a:br>
              <a:rPr lang="en-MY" dirty="0"/>
            </a:br>
            <a:r>
              <a:rPr lang="en-MY" dirty="0"/>
              <a:t>===================</a:t>
            </a:r>
          </a:p>
          <a:p>
            <a:r>
              <a:rPr lang="en-MY" dirty="0"/>
              <a:t>Good, the text is right now. Three fixes: 1) KEY NUMBERS FOR THE PAGE, CALL TO ACTION and FOOTER NOTE are my notes, not page headings, so hide those three headings. 2) Keep the header on one line: the logo, two links "The 15 steps" and "Key numbers", and the Download button. 3) In "Who this is for", show the full sentence once and remove the four device cards. Keep everything else as it is.</a:t>
            </a:r>
          </a:p>
          <a:p>
            <a:r>
              <a:rPr lang="en-MY" dirty="0"/>
              <a:t>===================</a:t>
            </a:r>
          </a:p>
          <a:p>
            <a:r>
              <a:rPr lang="en-MY" dirty="0"/>
              <a:t>On a phone the header is too wide and the Download button is cut off on the right. On small screens, hide the two header links so the logo and the Download button fit. </a:t>
            </a:r>
            <a:br>
              <a:rPr lang="en-MY" dirty="0"/>
            </a:br>
            <a:r>
              <a:rPr lang="en-MY" dirty="0"/>
              <a:t>===================</a:t>
            </a:r>
          </a:p>
          <a:p>
            <a:r>
              <a:rPr lang="en-MY" dirty="0"/>
              <a:t>Add a .</a:t>
            </a:r>
            <a:r>
              <a:rPr lang="en-MY" dirty="0" err="1"/>
              <a:t>gitignore</a:t>
            </a:r>
            <a:r>
              <a:rPr lang="en-MY" dirty="0"/>
              <a:t> for Next.js, then commit everything and push it to </a:t>
            </a:r>
            <a:r>
              <a:rPr lang="en-MY" dirty="0">
                <a:hlinkClick r:id="rId2"/>
              </a:rPr>
              <a:t>https://github.com/laxmimerit/youtube-sorry-bravia-case</a:t>
            </a:r>
            <a:r>
              <a:rPr lang="en-MY" dirty="0"/>
              <a:t> on the main branch.</a:t>
            </a:r>
          </a:p>
        </p:txBody>
      </p:sp>
    </p:spTree>
    <p:extLst>
      <p:ext uri="{BB962C8B-B14F-4D97-AF65-F5344CB8AC3E}">
        <p14:creationId xmlns:p14="http://schemas.microsoft.com/office/powerpoint/2010/main" val="1895169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DB84F-FEDB-F73B-7FE2-505AE707C43B}"/>
              </a:ext>
            </a:extLst>
          </p:cNvPr>
          <p:cNvSpPr>
            <a:spLocks noGrp="1"/>
          </p:cNvSpPr>
          <p:nvPr>
            <p:ph type="title"/>
          </p:nvPr>
        </p:nvSpPr>
        <p:spPr/>
        <p:txBody>
          <a:bodyPr/>
          <a:lstStyle/>
          <a:p>
            <a:endParaRPr lang="en-MY"/>
          </a:p>
        </p:txBody>
      </p:sp>
      <p:graphicFrame>
        <p:nvGraphicFramePr>
          <p:cNvPr id="4" name="Content Placeholder 3">
            <a:extLst>
              <a:ext uri="{FF2B5EF4-FFF2-40B4-BE49-F238E27FC236}">
                <a16:creationId xmlns:a16="http://schemas.microsoft.com/office/drawing/2014/main" id="{D808F96C-7416-CEE9-4E5F-11164A8A8BF7}"/>
              </a:ext>
            </a:extLst>
          </p:cNvPr>
          <p:cNvGraphicFramePr>
            <a:graphicFrameLocks noGrp="1"/>
          </p:cNvGraphicFramePr>
          <p:nvPr>
            <p:ph idx="1"/>
            <p:extLst>
              <p:ext uri="{D42A27DB-BD31-4B8C-83A1-F6EECF244321}">
                <p14:modId xmlns:p14="http://schemas.microsoft.com/office/powerpoint/2010/main" val="3112828700"/>
              </p:ext>
            </p:extLst>
          </p:nvPr>
        </p:nvGraphicFramePr>
        <p:xfrm>
          <a:off x="1166812" y="2050727"/>
          <a:ext cx="9858375" cy="4183392"/>
        </p:xfrm>
        <a:graphic>
          <a:graphicData uri="http://schemas.openxmlformats.org/drawingml/2006/table">
            <a:tbl>
              <a:tblPr>
                <a:tableStyleId>{5C22544A-7EE6-4342-B048-85BDC9FD1C3A}</a:tableStyleId>
              </a:tblPr>
              <a:tblGrid>
                <a:gridCol w="3286125">
                  <a:extLst>
                    <a:ext uri="{9D8B030D-6E8A-4147-A177-3AD203B41FA5}">
                      <a16:colId xmlns:a16="http://schemas.microsoft.com/office/drawing/2014/main" val="2408889197"/>
                    </a:ext>
                  </a:extLst>
                </a:gridCol>
                <a:gridCol w="3286125">
                  <a:extLst>
                    <a:ext uri="{9D8B030D-6E8A-4147-A177-3AD203B41FA5}">
                      <a16:colId xmlns:a16="http://schemas.microsoft.com/office/drawing/2014/main" val="1965795395"/>
                    </a:ext>
                  </a:extLst>
                </a:gridCol>
                <a:gridCol w="3286125">
                  <a:extLst>
                    <a:ext uri="{9D8B030D-6E8A-4147-A177-3AD203B41FA5}">
                      <a16:colId xmlns:a16="http://schemas.microsoft.com/office/drawing/2014/main" val="936776650"/>
                    </a:ext>
                  </a:extLst>
                </a:gridCol>
              </a:tblGrid>
              <a:tr h="342900">
                <a:tc>
                  <a:txBody>
                    <a:bodyPr/>
                    <a:lstStyle/>
                    <a:p>
                      <a:pPr algn="ctr">
                        <a:buNone/>
                      </a:pPr>
                      <a:r>
                        <a:rPr lang="en-MY" sz="2000" dirty="0"/>
                        <a:t>Aspect</a:t>
                      </a:r>
                    </a:p>
                  </a:txBody>
                  <a:tcPr marL="85725" marR="85725" marT="42863" marB="42863" anchor="ctr"/>
                </a:tc>
                <a:tc>
                  <a:txBody>
                    <a:bodyPr/>
                    <a:lstStyle/>
                    <a:p>
                      <a:pPr algn="ctr">
                        <a:buNone/>
                      </a:pPr>
                      <a:r>
                        <a:rPr lang="en-MY" sz="2000" dirty="0"/>
                        <a:t>Node.js</a:t>
                      </a:r>
                    </a:p>
                  </a:txBody>
                  <a:tcPr marL="85725" marR="85725" marT="42863" marB="42863" anchor="ctr"/>
                </a:tc>
                <a:tc>
                  <a:txBody>
                    <a:bodyPr/>
                    <a:lstStyle/>
                    <a:p>
                      <a:pPr algn="ctr">
                        <a:buNone/>
                      </a:pPr>
                      <a:r>
                        <a:rPr lang="en-MY" sz="2000" dirty="0"/>
                        <a:t>Next.js</a:t>
                      </a:r>
                    </a:p>
                  </a:txBody>
                  <a:tcPr marL="85725" marR="85725" marT="42863" marB="42863" anchor="ctr"/>
                </a:tc>
                <a:extLst>
                  <a:ext uri="{0D108BD9-81ED-4DB2-BD59-A6C34878D82A}">
                    <a16:rowId xmlns:a16="http://schemas.microsoft.com/office/drawing/2014/main" val="1745925326"/>
                  </a:ext>
                </a:extLst>
              </a:tr>
              <a:tr h="342900">
                <a:tc>
                  <a:txBody>
                    <a:bodyPr/>
                    <a:lstStyle/>
                    <a:p>
                      <a:pPr>
                        <a:buNone/>
                      </a:pPr>
                      <a:r>
                        <a:rPr lang="en-MY" sz="1700"/>
                        <a:t>What is it?</a:t>
                      </a:r>
                    </a:p>
                  </a:txBody>
                  <a:tcPr marL="85725" marR="85725" marT="42863" marB="42863" anchor="ctr"/>
                </a:tc>
                <a:tc>
                  <a:txBody>
                    <a:bodyPr/>
                    <a:lstStyle/>
                    <a:p>
                      <a:pPr>
                        <a:buNone/>
                      </a:pPr>
                      <a:r>
                        <a:rPr lang="en-MY" sz="1700"/>
                        <a:t>JavaScript runtime</a:t>
                      </a:r>
                    </a:p>
                  </a:txBody>
                  <a:tcPr marL="85725" marR="85725" marT="42863" marB="42863" anchor="ctr"/>
                </a:tc>
                <a:tc>
                  <a:txBody>
                    <a:bodyPr/>
                    <a:lstStyle/>
                    <a:p>
                      <a:pPr>
                        <a:buNone/>
                      </a:pPr>
                      <a:r>
                        <a:rPr lang="en-MY" sz="1700"/>
                        <a:t>React web framework</a:t>
                      </a:r>
                    </a:p>
                  </a:txBody>
                  <a:tcPr marL="85725" marR="85725" marT="42863" marB="42863" anchor="ctr"/>
                </a:tc>
                <a:extLst>
                  <a:ext uri="{0D108BD9-81ED-4DB2-BD59-A6C34878D82A}">
                    <a16:rowId xmlns:a16="http://schemas.microsoft.com/office/drawing/2014/main" val="3987657453"/>
                  </a:ext>
                </a:extLst>
              </a:tr>
              <a:tr h="342900">
                <a:tc>
                  <a:txBody>
                    <a:bodyPr/>
                    <a:lstStyle/>
                    <a:p>
                      <a:pPr>
                        <a:buNone/>
                      </a:pPr>
                      <a:r>
                        <a:rPr lang="en-MY" sz="1700"/>
                        <a:t>Main purpose</a:t>
                      </a:r>
                    </a:p>
                  </a:txBody>
                  <a:tcPr marL="85725" marR="85725" marT="42863" marB="42863" anchor="ctr"/>
                </a:tc>
                <a:tc>
                  <a:txBody>
                    <a:bodyPr/>
                    <a:lstStyle/>
                    <a:p>
                      <a:pPr>
                        <a:buNone/>
                      </a:pPr>
                      <a:r>
                        <a:rPr lang="en-MY" sz="1700"/>
                        <a:t>Run JavaScript outside browser</a:t>
                      </a:r>
                    </a:p>
                  </a:txBody>
                  <a:tcPr marL="85725" marR="85725" marT="42863" marB="42863" anchor="ctr"/>
                </a:tc>
                <a:tc>
                  <a:txBody>
                    <a:bodyPr/>
                    <a:lstStyle/>
                    <a:p>
                      <a:pPr>
                        <a:buNone/>
                      </a:pPr>
                      <a:r>
                        <a:rPr lang="en-MY" sz="1700"/>
                        <a:t>Build complete web applications</a:t>
                      </a:r>
                    </a:p>
                  </a:txBody>
                  <a:tcPr marL="85725" marR="85725" marT="42863" marB="42863" anchor="ctr"/>
                </a:tc>
                <a:extLst>
                  <a:ext uri="{0D108BD9-81ED-4DB2-BD59-A6C34878D82A}">
                    <a16:rowId xmlns:a16="http://schemas.microsoft.com/office/drawing/2014/main" val="1569166114"/>
                  </a:ext>
                </a:extLst>
              </a:tr>
              <a:tr h="342900">
                <a:tc>
                  <a:txBody>
                    <a:bodyPr/>
                    <a:lstStyle/>
                    <a:p>
                      <a:pPr>
                        <a:buNone/>
                      </a:pPr>
                      <a:r>
                        <a:rPr lang="en-MY" sz="1700"/>
                        <a:t>Frontend</a:t>
                      </a:r>
                    </a:p>
                  </a:txBody>
                  <a:tcPr marL="85725" marR="85725" marT="42863" marB="42863" anchor="ctr"/>
                </a:tc>
                <a:tc>
                  <a:txBody>
                    <a:bodyPr/>
                    <a:lstStyle/>
                    <a:p>
                      <a:pPr>
                        <a:buNone/>
                      </a:pPr>
                      <a:r>
                        <a:rPr lang="en-MY" sz="1700"/>
                        <a:t>❌ Not by itself</a:t>
                      </a:r>
                    </a:p>
                  </a:txBody>
                  <a:tcPr marL="85725" marR="85725" marT="42863" marB="42863" anchor="ctr"/>
                </a:tc>
                <a:tc>
                  <a:txBody>
                    <a:bodyPr/>
                    <a:lstStyle/>
                    <a:p>
                      <a:pPr>
                        <a:buNone/>
                      </a:pPr>
                      <a:r>
                        <a:rPr lang="en-MY" sz="1700"/>
                        <a:t>✅ React</a:t>
                      </a:r>
                    </a:p>
                  </a:txBody>
                  <a:tcPr marL="85725" marR="85725" marT="42863" marB="42863" anchor="ctr"/>
                </a:tc>
                <a:extLst>
                  <a:ext uri="{0D108BD9-81ED-4DB2-BD59-A6C34878D82A}">
                    <a16:rowId xmlns:a16="http://schemas.microsoft.com/office/drawing/2014/main" val="1643999719"/>
                  </a:ext>
                </a:extLst>
              </a:tr>
              <a:tr h="342900">
                <a:tc>
                  <a:txBody>
                    <a:bodyPr/>
                    <a:lstStyle/>
                    <a:p>
                      <a:pPr>
                        <a:buNone/>
                      </a:pPr>
                      <a:r>
                        <a:rPr lang="en-MY" sz="1700" dirty="0"/>
                        <a:t>Backend/API</a:t>
                      </a:r>
                    </a:p>
                  </a:txBody>
                  <a:tcPr marL="85725" marR="85725" marT="42863" marB="42863" anchor="ctr"/>
                </a:tc>
                <a:tc>
                  <a:txBody>
                    <a:bodyPr/>
                    <a:lstStyle/>
                    <a:p>
                      <a:pPr>
                        <a:buNone/>
                      </a:pPr>
                      <a:r>
                        <a:rPr lang="en-MY" sz="1700"/>
                        <a:t>✅ Excellent</a:t>
                      </a:r>
                    </a:p>
                  </a:txBody>
                  <a:tcPr marL="85725" marR="85725" marT="42863" marB="42863" anchor="ctr"/>
                </a:tc>
                <a:tc>
                  <a:txBody>
                    <a:bodyPr/>
                    <a:lstStyle/>
                    <a:p>
                      <a:pPr>
                        <a:buNone/>
                      </a:pPr>
                      <a:r>
                        <a:rPr lang="en-MY" sz="1700"/>
                        <a:t>✅ Built-in API/Route Handlers</a:t>
                      </a:r>
                    </a:p>
                  </a:txBody>
                  <a:tcPr marL="85725" marR="85725" marT="42863" marB="42863" anchor="ctr"/>
                </a:tc>
                <a:extLst>
                  <a:ext uri="{0D108BD9-81ED-4DB2-BD59-A6C34878D82A}">
                    <a16:rowId xmlns:a16="http://schemas.microsoft.com/office/drawing/2014/main" val="1489930865"/>
                  </a:ext>
                </a:extLst>
              </a:tr>
              <a:tr h="342900">
                <a:tc>
                  <a:txBody>
                    <a:bodyPr/>
                    <a:lstStyle/>
                    <a:p>
                      <a:pPr>
                        <a:buNone/>
                      </a:pPr>
                      <a:r>
                        <a:rPr lang="en-MY" sz="1700" dirty="0"/>
                        <a:t>React required?</a:t>
                      </a:r>
                    </a:p>
                  </a:txBody>
                  <a:tcPr marL="85725" marR="85725" marT="42863" marB="42863" anchor="ctr"/>
                </a:tc>
                <a:tc>
                  <a:txBody>
                    <a:bodyPr/>
                    <a:lstStyle/>
                    <a:p>
                      <a:pPr>
                        <a:buNone/>
                      </a:pPr>
                      <a:r>
                        <a:rPr lang="en-MY" sz="1700"/>
                        <a:t>❌</a:t>
                      </a:r>
                    </a:p>
                  </a:txBody>
                  <a:tcPr marL="85725" marR="85725" marT="42863" marB="42863" anchor="ctr"/>
                </a:tc>
                <a:tc>
                  <a:txBody>
                    <a:bodyPr/>
                    <a:lstStyle/>
                    <a:p>
                      <a:pPr>
                        <a:buNone/>
                      </a:pPr>
                      <a:r>
                        <a:rPr lang="en-MY" sz="1700"/>
                        <a:t>✅</a:t>
                      </a:r>
                    </a:p>
                  </a:txBody>
                  <a:tcPr marL="85725" marR="85725" marT="42863" marB="42863" anchor="ctr"/>
                </a:tc>
                <a:extLst>
                  <a:ext uri="{0D108BD9-81ED-4DB2-BD59-A6C34878D82A}">
                    <a16:rowId xmlns:a16="http://schemas.microsoft.com/office/drawing/2014/main" val="1394992938"/>
                  </a:ext>
                </a:extLst>
              </a:tr>
              <a:tr h="342900">
                <a:tc>
                  <a:txBody>
                    <a:bodyPr/>
                    <a:lstStyle/>
                    <a:p>
                      <a:pPr>
                        <a:buNone/>
                      </a:pPr>
                      <a:r>
                        <a:rPr lang="en-MY" sz="1700"/>
                        <a:t>Routing</a:t>
                      </a:r>
                    </a:p>
                  </a:txBody>
                  <a:tcPr marL="85725" marR="85725" marT="42863" marB="42863" anchor="ctr"/>
                </a:tc>
                <a:tc>
                  <a:txBody>
                    <a:bodyPr/>
                    <a:lstStyle/>
                    <a:p>
                      <a:pPr>
                        <a:buNone/>
                      </a:pPr>
                      <a:r>
                        <a:rPr lang="en-MY" sz="1700"/>
                        <a:t>Need framework/library</a:t>
                      </a:r>
                    </a:p>
                  </a:txBody>
                  <a:tcPr marL="85725" marR="85725" marT="42863" marB="42863" anchor="ctr"/>
                </a:tc>
                <a:tc>
                  <a:txBody>
                    <a:bodyPr/>
                    <a:lstStyle/>
                    <a:p>
                      <a:pPr>
                        <a:buNone/>
                      </a:pPr>
                      <a:r>
                        <a:rPr lang="en-MY" sz="1700"/>
                        <a:t>✅ Built-in</a:t>
                      </a:r>
                    </a:p>
                  </a:txBody>
                  <a:tcPr marL="85725" marR="85725" marT="42863" marB="42863" anchor="ctr"/>
                </a:tc>
                <a:extLst>
                  <a:ext uri="{0D108BD9-81ED-4DB2-BD59-A6C34878D82A}">
                    <a16:rowId xmlns:a16="http://schemas.microsoft.com/office/drawing/2014/main" val="387548286"/>
                  </a:ext>
                </a:extLst>
              </a:tr>
              <a:tr h="342900">
                <a:tc>
                  <a:txBody>
                    <a:bodyPr/>
                    <a:lstStyle/>
                    <a:p>
                      <a:pPr>
                        <a:buNone/>
                      </a:pPr>
                      <a:r>
                        <a:rPr lang="en-MY" sz="1700" dirty="0"/>
                        <a:t>SSR (Server-Side Rendering)</a:t>
                      </a:r>
                    </a:p>
                  </a:txBody>
                  <a:tcPr marL="85725" marR="85725" marT="42863" marB="42863" anchor="ctr"/>
                </a:tc>
                <a:tc>
                  <a:txBody>
                    <a:bodyPr/>
                    <a:lstStyle/>
                    <a:p>
                      <a:pPr>
                        <a:buNone/>
                      </a:pPr>
                      <a:r>
                        <a:rPr lang="en-MY" sz="1700"/>
                        <a:t>❌ Not by itself</a:t>
                      </a:r>
                    </a:p>
                  </a:txBody>
                  <a:tcPr marL="85725" marR="85725" marT="42863" marB="42863" anchor="ctr"/>
                </a:tc>
                <a:tc>
                  <a:txBody>
                    <a:bodyPr/>
                    <a:lstStyle/>
                    <a:p>
                      <a:pPr>
                        <a:buNone/>
                      </a:pPr>
                      <a:r>
                        <a:rPr lang="en-MY" sz="1700"/>
                        <a:t>✅</a:t>
                      </a:r>
                    </a:p>
                  </a:txBody>
                  <a:tcPr marL="85725" marR="85725" marT="42863" marB="42863" anchor="ctr"/>
                </a:tc>
                <a:extLst>
                  <a:ext uri="{0D108BD9-81ED-4DB2-BD59-A6C34878D82A}">
                    <a16:rowId xmlns:a16="http://schemas.microsoft.com/office/drawing/2014/main" val="1206632822"/>
                  </a:ext>
                </a:extLst>
              </a:tr>
              <a:tr h="342900">
                <a:tc>
                  <a:txBody>
                    <a:bodyPr/>
                    <a:lstStyle/>
                    <a:p>
                      <a:pPr>
                        <a:buNone/>
                      </a:pPr>
                      <a:r>
                        <a:rPr lang="en-MY" sz="1700"/>
                        <a:t>Static generation</a:t>
                      </a:r>
                    </a:p>
                  </a:txBody>
                  <a:tcPr marL="85725" marR="85725" marT="42863" marB="42863" anchor="ctr"/>
                </a:tc>
                <a:tc>
                  <a:txBody>
                    <a:bodyPr/>
                    <a:lstStyle/>
                    <a:p>
                      <a:pPr>
                        <a:buNone/>
                      </a:pPr>
                      <a:r>
                        <a:rPr lang="en-MY" sz="1700"/>
                        <a:t>❌</a:t>
                      </a:r>
                    </a:p>
                  </a:txBody>
                  <a:tcPr marL="85725" marR="85725" marT="42863" marB="42863" anchor="ctr"/>
                </a:tc>
                <a:tc>
                  <a:txBody>
                    <a:bodyPr/>
                    <a:lstStyle/>
                    <a:p>
                      <a:pPr>
                        <a:buNone/>
                      </a:pPr>
                      <a:r>
                        <a:rPr lang="en-MY" sz="1700"/>
                        <a:t>✅</a:t>
                      </a:r>
                    </a:p>
                  </a:txBody>
                  <a:tcPr marL="85725" marR="85725" marT="42863" marB="42863" anchor="ctr"/>
                </a:tc>
                <a:extLst>
                  <a:ext uri="{0D108BD9-81ED-4DB2-BD59-A6C34878D82A}">
                    <a16:rowId xmlns:a16="http://schemas.microsoft.com/office/drawing/2014/main" val="552665094"/>
                  </a:ext>
                </a:extLst>
              </a:tr>
              <a:tr h="342900">
                <a:tc>
                  <a:txBody>
                    <a:bodyPr/>
                    <a:lstStyle/>
                    <a:p>
                      <a:pPr>
                        <a:buNone/>
                      </a:pPr>
                      <a:r>
                        <a:rPr lang="en-MY" sz="1700"/>
                        <a:t>Full-stack app</a:t>
                      </a:r>
                    </a:p>
                  </a:txBody>
                  <a:tcPr marL="85725" marR="85725" marT="42863" marB="42863" anchor="ctr"/>
                </a:tc>
                <a:tc>
                  <a:txBody>
                    <a:bodyPr/>
                    <a:lstStyle/>
                    <a:p>
                      <a:pPr>
                        <a:buNone/>
                      </a:pPr>
                      <a:r>
                        <a:rPr lang="en-MY" sz="1700"/>
                        <a:t>Possible, but need more libraries</a:t>
                      </a:r>
                    </a:p>
                  </a:txBody>
                  <a:tcPr marL="85725" marR="85725" marT="42863" marB="42863" anchor="ctr"/>
                </a:tc>
                <a:tc>
                  <a:txBody>
                    <a:bodyPr/>
                    <a:lstStyle/>
                    <a:p>
                      <a:pPr>
                        <a:buNone/>
                      </a:pPr>
                      <a:r>
                        <a:rPr lang="en-MY" sz="1700"/>
                        <a:t>✅ Designed for it</a:t>
                      </a:r>
                    </a:p>
                  </a:txBody>
                  <a:tcPr marL="85725" marR="85725" marT="42863" marB="42863" anchor="ctr"/>
                </a:tc>
                <a:extLst>
                  <a:ext uri="{0D108BD9-81ED-4DB2-BD59-A6C34878D82A}">
                    <a16:rowId xmlns:a16="http://schemas.microsoft.com/office/drawing/2014/main" val="250230006"/>
                  </a:ext>
                </a:extLst>
              </a:tr>
              <a:tr h="342900">
                <a:tc>
                  <a:txBody>
                    <a:bodyPr/>
                    <a:lstStyle/>
                    <a:p>
                      <a:pPr>
                        <a:buNone/>
                      </a:pPr>
                      <a:r>
                        <a:rPr lang="en-MY" sz="1700"/>
                        <a:t>Deployment</a:t>
                      </a:r>
                    </a:p>
                  </a:txBody>
                  <a:tcPr marL="85725" marR="85725" marT="42863" marB="42863" anchor="ctr"/>
                </a:tc>
                <a:tc>
                  <a:txBody>
                    <a:bodyPr/>
                    <a:lstStyle/>
                    <a:p>
                      <a:pPr>
                        <a:buNone/>
                      </a:pPr>
                      <a:r>
                        <a:rPr lang="en-MY" sz="1700"/>
                        <a:t>Many options</a:t>
                      </a:r>
                    </a:p>
                  </a:txBody>
                  <a:tcPr marL="85725" marR="85725" marT="42863" marB="42863" anchor="ctr"/>
                </a:tc>
                <a:tc>
                  <a:txBody>
                    <a:bodyPr/>
                    <a:lstStyle/>
                    <a:p>
                      <a:pPr>
                        <a:buNone/>
                      </a:pPr>
                      <a:r>
                        <a:rPr lang="en-MY" sz="1700"/>
                        <a:t>Vercel, Cloud Run, etc.</a:t>
                      </a:r>
                    </a:p>
                  </a:txBody>
                  <a:tcPr marL="85725" marR="85725" marT="42863" marB="42863" anchor="ctr"/>
                </a:tc>
                <a:extLst>
                  <a:ext uri="{0D108BD9-81ED-4DB2-BD59-A6C34878D82A}">
                    <a16:rowId xmlns:a16="http://schemas.microsoft.com/office/drawing/2014/main" val="1460786806"/>
                  </a:ext>
                </a:extLst>
              </a:tr>
              <a:tr h="342900">
                <a:tc>
                  <a:txBody>
                    <a:bodyPr/>
                    <a:lstStyle/>
                    <a:p>
                      <a:pPr>
                        <a:buNone/>
                      </a:pPr>
                      <a:r>
                        <a:rPr lang="en-MY" sz="1700"/>
                        <a:t>Typical use</a:t>
                      </a:r>
                    </a:p>
                  </a:txBody>
                  <a:tcPr marL="85725" marR="85725" marT="42863" marB="42863" anchor="ctr"/>
                </a:tc>
                <a:tc>
                  <a:txBody>
                    <a:bodyPr/>
                    <a:lstStyle/>
                    <a:p>
                      <a:pPr>
                        <a:buNone/>
                      </a:pPr>
                      <a:r>
                        <a:rPr lang="en-MY" sz="1700"/>
                        <a:t>Backend, API, servers, CLI</a:t>
                      </a:r>
                    </a:p>
                  </a:txBody>
                  <a:tcPr marL="85725" marR="85725" marT="42863" marB="42863" anchor="ctr"/>
                </a:tc>
                <a:tc>
                  <a:txBody>
                    <a:bodyPr/>
                    <a:lstStyle/>
                    <a:p>
                      <a:pPr>
                        <a:buNone/>
                      </a:pPr>
                      <a:r>
                        <a:rPr lang="en-MY" sz="1700" dirty="0"/>
                        <a:t>Modern web applications</a:t>
                      </a:r>
                    </a:p>
                  </a:txBody>
                  <a:tcPr marL="85725" marR="85725" marT="42863" marB="42863" anchor="ctr"/>
                </a:tc>
                <a:extLst>
                  <a:ext uri="{0D108BD9-81ED-4DB2-BD59-A6C34878D82A}">
                    <a16:rowId xmlns:a16="http://schemas.microsoft.com/office/drawing/2014/main" val="3720283050"/>
                  </a:ext>
                </a:extLst>
              </a:tr>
            </a:tbl>
          </a:graphicData>
        </a:graphic>
      </p:graphicFrame>
    </p:spTree>
    <p:extLst>
      <p:ext uri="{BB962C8B-B14F-4D97-AF65-F5344CB8AC3E}">
        <p14:creationId xmlns:p14="http://schemas.microsoft.com/office/powerpoint/2010/main" val="2398538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EA9C403-D396-12D3-858D-6442FE0EAA80}"/>
              </a:ext>
            </a:extLst>
          </p:cNvPr>
          <p:cNvGraphicFramePr>
            <a:graphicFrameLocks noGrp="1"/>
          </p:cNvGraphicFramePr>
          <p:nvPr>
            <p:ph idx="1"/>
            <p:extLst>
              <p:ext uri="{D42A27DB-BD31-4B8C-83A1-F6EECF244321}">
                <p14:modId xmlns:p14="http://schemas.microsoft.com/office/powerpoint/2010/main" val="3485015649"/>
              </p:ext>
            </p:extLst>
          </p:nvPr>
        </p:nvGraphicFramePr>
        <p:xfrm>
          <a:off x="444964" y="764275"/>
          <a:ext cx="11302071" cy="5705873"/>
        </p:xfrm>
        <a:graphic>
          <a:graphicData uri="http://schemas.openxmlformats.org/drawingml/2006/table">
            <a:tbl>
              <a:tblPr>
                <a:tableStyleId>{5C22544A-7EE6-4342-B048-85BDC9FD1C3A}</a:tableStyleId>
              </a:tblPr>
              <a:tblGrid>
                <a:gridCol w="1079901">
                  <a:extLst>
                    <a:ext uri="{9D8B030D-6E8A-4147-A177-3AD203B41FA5}">
                      <a16:colId xmlns:a16="http://schemas.microsoft.com/office/drawing/2014/main" val="1965385073"/>
                    </a:ext>
                  </a:extLst>
                </a:gridCol>
                <a:gridCol w="2213677">
                  <a:extLst>
                    <a:ext uri="{9D8B030D-6E8A-4147-A177-3AD203B41FA5}">
                      <a16:colId xmlns:a16="http://schemas.microsoft.com/office/drawing/2014/main" val="2081246637"/>
                    </a:ext>
                  </a:extLst>
                </a:gridCol>
                <a:gridCol w="1646789">
                  <a:extLst>
                    <a:ext uri="{9D8B030D-6E8A-4147-A177-3AD203B41FA5}">
                      <a16:colId xmlns:a16="http://schemas.microsoft.com/office/drawing/2014/main" val="933829579"/>
                    </a:ext>
                  </a:extLst>
                </a:gridCol>
                <a:gridCol w="1793941">
                  <a:extLst>
                    <a:ext uri="{9D8B030D-6E8A-4147-A177-3AD203B41FA5}">
                      <a16:colId xmlns:a16="http://schemas.microsoft.com/office/drawing/2014/main" val="3131850171"/>
                    </a:ext>
                  </a:extLst>
                </a:gridCol>
                <a:gridCol w="1646789">
                  <a:extLst>
                    <a:ext uri="{9D8B030D-6E8A-4147-A177-3AD203B41FA5}">
                      <a16:colId xmlns:a16="http://schemas.microsoft.com/office/drawing/2014/main" val="1781095072"/>
                    </a:ext>
                  </a:extLst>
                </a:gridCol>
                <a:gridCol w="1274185">
                  <a:extLst>
                    <a:ext uri="{9D8B030D-6E8A-4147-A177-3AD203B41FA5}">
                      <a16:colId xmlns:a16="http://schemas.microsoft.com/office/drawing/2014/main" val="833138347"/>
                    </a:ext>
                  </a:extLst>
                </a:gridCol>
                <a:gridCol w="1646789">
                  <a:extLst>
                    <a:ext uri="{9D8B030D-6E8A-4147-A177-3AD203B41FA5}">
                      <a16:colId xmlns:a16="http://schemas.microsoft.com/office/drawing/2014/main" val="2139826481"/>
                    </a:ext>
                  </a:extLst>
                </a:gridCol>
              </a:tblGrid>
              <a:tr h="300458">
                <a:tc>
                  <a:txBody>
                    <a:bodyPr/>
                    <a:lstStyle/>
                    <a:p>
                      <a:pPr marL="0" marR="0" indent="0" algn="ctr" fontAlgn="t" latinLnBrk="0">
                        <a:lnSpc>
                          <a:spcPct val="95238"/>
                        </a:lnSpc>
                        <a:buNone/>
                      </a:pPr>
                      <a:r>
                        <a:rPr lang="en-MY" sz="2000" dirty="0">
                          <a:effectLst/>
                        </a:rPr>
                        <a:t>Platform</a:t>
                      </a:r>
                      <a:endParaRPr lang="en-MY" sz="2000" b="1" i="0" dirty="0">
                        <a:solidFill>
                          <a:srgbClr val="0D0D0D"/>
                        </a:solidFill>
                        <a:effectLst/>
                        <a:latin typeface="-apple-system-body"/>
                      </a:endParaRPr>
                    </a:p>
                  </a:txBody>
                  <a:tcPr marL="89670" marR="89670" marT="74725" marB="74725"/>
                </a:tc>
                <a:tc>
                  <a:txBody>
                    <a:bodyPr/>
                    <a:lstStyle/>
                    <a:p>
                      <a:pPr marL="0" marR="0" indent="0" algn="ctr" fontAlgn="t" latinLnBrk="0">
                        <a:lnSpc>
                          <a:spcPct val="95238"/>
                        </a:lnSpc>
                        <a:buNone/>
                      </a:pPr>
                      <a:r>
                        <a:rPr lang="en-MY" sz="2000">
                          <a:effectLst/>
                        </a:rPr>
                        <a:t>GitHub → Cloud</a:t>
                      </a:r>
                      <a:endParaRPr lang="en-MY" sz="2000" b="1" i="0">
                        <a:solidFill>
                          <a:srgbClr val="0D0D0D"/>
                        </a:solidFill>
                        <a:effectLst/>
                        <a:latin typeface="-apple-system-body"/>
                      </a:endParaRPr>
                    </a:p>
                  </a:txBody>
                  <a:tcPr marL="89670" marR="89670" marT="74725" marB="74725"/>
                </a:tc>
                <a:tc>
                  <a:txBody>
                    <a:bodyPr/>
                    <a:lstStyle/>
                    <a:p>
                      <a:pPr marL="0" marR="0" indent="0" algn="ctr" fontAlgn="t" latinLnBrk="0">
                        <a:lnSpc>
                          <a:spcPct val="95238"/>
                        </a:lnSpc>
                        <a:buNone/>
                      </a:pPr>
                      <a:r>
                        <a:rPr lang="en-MY" sz="2000" dirty="0">
                          <a:effectLst/>
                        </a:rPr>
                        <a:t>Frontend</a:t>
                      </a:r>
                      <a:endParaRPr lang="en-MY" sz="2000" b="1" i="0" dirty="0">
                        <a:solidFill>
                          <a:srgbClr val="0D0D0D"/>
                        </a:solidFill>
                        <a:effectLst/>
                        <a:latin typeface="-apple-system-body"/>
                      </a:endParaRPr>
                    </a:p>
                  </a:txBody>
                  <a:tcPr marL="89670" marR="89670" marT="74725" marB="74725"/>
                </a:tc>
                <a:tc>
                  <a:txBody>
                    <a:bodyPr/>
                    <a:lstStyle/>
                    <a:p>
                      <a:pPr marL="0" marR="0" indent="0" algn="ctr" fontAlgn="t" latinLnBrk="0">
                        <a:lnSpc>
                          <a:spcPct val="95238"/>
                        </a:lnSpc>
                        <a:buNone/>
                      </a:pPr>
                      <a:r>
                        <a:rPr lang="en-MY" sz="2000" dirty="0">
                          <a:effectLst/>
                        </a:rPr>
                        <a:t>Backend/API</a:t>
                      </a:r>
                      <a:endParaRPr lang="en-MY" sz="2000" b="1" i="0" dirty="0">
                        <a:solidFill>
                          <a:srgbClr val="0D0D0D"/>
                        </a:solidFill>
                        <a:effectLst/>
                        <a:latin typeface="-apple-system-body"/>
                      </a:endParaRPr>
                    </a:p>
                  </a:txBody>
                  <a:tcPr marL="89670" marR="89670" marT="74725" marB="74725"/>
                </a:tc>
                <a:tc>
                  <a:txBody>
                    <a:bodyPr/>
                    <a:lstStyle/>
                    <a:p>
                      <a:pPr marL="0" marR="0" indent="0" algn="ctr" fontAlgn="t" latinLnBrk="0">
                        <a:lnSpc>
                          <a:spcPct val="95238"/>
                        </a:lnSpc>
                        <a:buNone/>
                      </a:pPr>
                      <a:r>
                        <a:rPr lang="en-MY" sz="2000">
                          <a:effectLst/>
                        </a:rPr>
                        <a:t>Docker</a:t>
                      </a:r>
                      <a:endParaRPr lang="en-MY" sz="2000" b="1" i="0">
                        <a:solidFill>
                          <a:srgbClr val="0D0D0D"/>
                        </a:solidFill>
                        <a:effectLst/>
                        <a:latin typeface="-apple-system-body"/>
                      </a:endParaRPr>
                    </a:p>
                  </a:txBody>
                  <a:tcPr marL="89670" marR="89670" marT="74725" marB="74725"/>
                </a:tc>
                <a:tc>
                  <a:txBody>
                    <a:bodyPr/>
                    <a:lstStyle/>
                    <a:p>
                      <a:pPr marL="0" marR="0" indent="0" algn="ctr" fontAlgn="t" latinLnBrk="0">
                        <a:lnSpc>
                          <a:spcPct val="95238"/>
                        </a:lnSpc>
                        <a:buNone/>
                      </a:pPr>
                      <a:r>
                        <a:rPr lang="en-MY" sz="2000">
                          <a:effectLst/>
                        </a:rPr>
                        <a:t>Serverless</a:t>
                      </a:r>
                      <a:endParaRPr lang="en-MY" sz="2000" b="1" i="0">
                        <a:solidFill>
                          <a:srgbClr val="0D0D0D"/>
                        </a:solidFill>
                        <a:effectLst/>
                        <a:latin typeface="-apple-system-body"/>
                      </a:endParaRPr>
                    </a:p>
                  </a:txBody>
                  <a:tcPr marL="89670" marR="89670" marT="74725" marB="74725"/>
                </a:tc>
                <a:tc>
                  <a:txBody>
                    <a:bodyPr/>
                    <a:lstStyle/>
                    <a:p>
                      <a:pPr marL="0" marR="0" indent="0" algn="ctr" fontAlgn="t" latinLnBrk="0">
                        <a:lnSpc>
                          <a:spcPct val="95238"/>
                        </a:lnSpc>
                        <a:buNone/>
                      </a:pPr>
                      <a:r>
                        <a:rPr lang="en-MY" sz="2000" dirty="0">
                          <a:effectLst/>
                        </a:rPr>
                        <a:t>Best for</a:t>
                      </a:r>
                      <a:endParaRPr lang="en-MY" sz="2000" b="1" i="0" dirty="0">
                        <a:solidFill>
                          <a:srgbClr val="0D0D0D"/>
                        </a:solidFill>
                        <a:effectLst/>
                        <a:latin typeface="-apple-system-body"/>
                      </a:endParaRPr>
                    </a:p>
                  </a:txBody>
                  <a:tcPr marL="89670" marR="89670" marT="74725" marB="74725"/>
                </a:tc>
                <a:extLst>
                  <a:ext uri="{0D108BD9-81ED-4DB2-BD59-A6C34878D82A}">
                    <a16:rowId xmlns:a16="http://schemas.microsoft.com/office/drawing/2014/main" val="4262613087"/>
                  </a:ext>
                </a:extLst>
              </a:tr>
              <a:tr h="430043">
                <a:tc>
                  <a:txBody>
                    <a:bodyPr/>
                    <a:lstStyle/>
                    <a:p>
                      <a:pPr marL="0" marR="0" indent="0" algn="l" fontAlgn="t" latinLnBrk="0">
                        <a:lnSpc>
                          <a:spcPct val="154762"/>
                        </a:lnSpc>
                        <a:buNone/>
                      </a:pPr>
                      <a:r>
                        <a:rPr lang="en-MY" sz="1400" dirty="0" err="1">
                          <a:effectLst/>
                        </a:rPr>
                        <a:t>Vercel</a:t>
                      </a:r>
                      <a:endParaRPr lang="en-MY" sz="1400" b="0" i="0" dirty="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Limited</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dirty="0">
                          <a:effectLst/>
                        </a:rPr>
                        <a:t>Next.js / React</a:t>
                      </a:r>
                      <a:endParaRPr lang="en-MY" sz="1400" b="0" i="0" dirty="0">
                        <a:solidFill>
                          <a:srgbClr val="0D0D0D"/>
                        </a:solidFill>
                        <a:effectLst/>
                        <a:latin typeface="-apple-system-body"/>
                      </a:endParaRPr>
                    </a:p>
                  </a:txBody>
                  <a:tcPr marL="89670" marR="89670" marT="93406" marB="93406"/>
                </a:tc>
                <a:extLst>
                  <a:ext uri="{0D108BD9-81ED-4DB2-BD59-A6C34878D82A}">
                    <a16:rowId xmlns:a16="http://schemas.microsoft.com/office/drawing/2014/main" val="2487709151"/>
                  </a:ext>
                </a:extLst>
              </a:tr>
              <a:tr h="430043">
                <a:tc>
                  <a:txBody>
                    <a:bodyPr/>
                    <a:lstStyle/>
                    <a:p>
                      <a:pPr marL="0" marR="0" indent="0" algn="l" fontAlgn="t" latinLnBrk="0">
                        <a:lnSpc>
                          <a:spcPct val="154762"/>
                        </a:lnSpc>
                        <a:buNone/>
                      </a:pPr>
                      <a:r>
                        <a:rPr lang="en-MY" sz="1400">
                          <a:effectLst/>
                        </a:rPr>
                        <a:t>Netlify</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Limited</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Frontend/web apps</a:t>
                      </a:r>
                      <a:endParaRPr lang="en-MY" sz="1400" b="0" i="0">
                        <a:solidFill>
                          <a:srgbClr val="0D0D0D"/>
                        </a:solidFill>
                        <a:effectLst/>
                        <a:latin typeface="-apple-system-body"/>
                      </a:endParaRPr>
                    </a:p>
                  </a:txBody>
                  <a:tcPr marL="89670" marR="89670" marT="93406" marB="93406"/>
                </a:tc>
                <a:extLst>
                  <a:ext uri="{0D108BD9-81ED-4DB2-BD59-A6C34878D82A}">
                    <a16:rowId xmlns:a16="http://schemas.microsoft.com/office/drawing/2014/main" val="4238124211"/>
                  </a:ext>
                </a:extLst>
              </a:tr>
              <a:tr h="430043">
                <a:tc>
                  <a:txBody>
                    <a:bodyPr/>
                    <a:lstStyle/>
                    <a:p>
                      <a:pPr marL="0" marR="0" indent="0" algn="l" fontAlgn="t" latinLnBrk="0">
                        <a:lnSpc>
                          <a:spcPct val="154762"/>
                        </a:lnSpc>
                        <a:buNone/>
                      </a:pPr>
                      <a:r>
                        <a:rPr lang="en-MY" sz="1400" dirty="0">
                          <a:effectLst/>
                        </a:rPr>
                        <a:t>Render</a:t>
                      </a:r>
                      <a:endParaRPr lang="en-MY" sz="1400" b="0" i="0" dirty="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Full-stack apps</a:t>
                      </a:r>
                      <a:endParaRPr lang="en-MY" sz="1400" b="0" i="0">
                        <a:solidFill>
                          <a:srgbClr val="0D0D0D"/>
                        </a:solidFill>
                        <a:effectLst/>
                        <a:latin typeface="-apple-system-body"/>
                      </a:endParaRPr>
                    </a:p>
                  </a:txBody>
                  <a:tcPr marL="89670" marR="89670" marT="93406" marB="93406"/>
                </a:tc>
                <a:extLst>
                  <a:ext uri="{0D108BD9-81ED-4DB2-BD59-A6C34878D82A}">
                    <a16:rowId xmlns:a16="http://schemas.microsoft.com/office/drawing/2014/main" val="3964541607"/>
                  </a:ext>
                </a:extLst>
              </a:tr>
              <a:tr h="430043">
                <a:tc>
                  <a:txBody>
                    <a:bodyPr/>
                    <a:lstStyle/>
                    <a:p>
                      <a:pPr marL="0" marR="0" indent="0" algn="l" fontAlgn="t" latinLnBrk="0">
                        <a:lnSpc>
                          <a:spcPct val="154762"/>
                        </a:lnSpc>
                        <a:buNone/>
                      </a:pPr>
                      <a:r>
                        <a:rPr lang="en-MY" sz="1400">
                          <a:effectLst/>
                        </a:rPr>
                        <a:t>Railway</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Easy backend/full-stack</a:t>
                      </a:r>
                      <a:endParaRPr lang="en-MY" sz="1400" b="0" i="0">
                        <a:solidFill>
                          <a:srgbClr val="0D0D0D"/>
                        </a:solidFill>
                        <a:effectLst/>
                        <a:latin typeface="-apple-system-body"/>
                      </a:endParaRPr>
                    </a:p>
                  </a:txBody>
                  <a:tcPr marL="89670" marR="89670" marT="93406" marB="93406"/>
                </a:tc>
                <a:extLst>
                  <a:ext uri="{0D108BD9-81ED-4DB2-BD59-A6C34878D82A}">
                    <a16:rowId xmlns:a16="http://schemas.microsoft.com/office/drawing/2014/main" val="1548810078"/>
                  </a:ext>
                </a:extLst>
              </a:tr>
              <a:tr h="430043">
                <a:tc>
                  <a:txBody>
                    <a:bodyPr/>
                    <a:lstStyle/>
                    <a:p>
                      <a:pPr marL="0" marR="0" indent="0" algn="l" fontAlgn="t" latinLnBrk="0">
                        <a:lnSpc>
                          <a:spcPct val="154762"/>
                        </a:lnSpc>
                        <a:buNone/>
                      </a:pPr>
                      <a:r>
                        <a:rPr lang="en-MY" sz="1400">
                          <a:effectLst/>
                        </a:rPr>
                        <a:t>Heroku</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Traditional web apps</a:t>
                      </a:r>
                      <a:endParaRPr lang="en-MY" sz="1400" b="0" i="0">
                        <a:solidFill>
                          <a:srgbClr val="0D0D0D"/>
                        </a:solidFill>
                        <a:effectLst/>
                        <a:latin typeface="-apple-system-body"/>
                      </a:endParaRPr>
                    </a:p>
                  </a:txBody>
                  <a:tcPr marL="89670" marR="89670" marT="93406" marB="93406"/>
                </a:tc>
                <a:extLst>
                  <a:ext uri="{0D108BD9-81ED-4DB2-BD59-A6C34878D82A}">
                    <a16:rowId xmlns:a16="http://schemas.microsoft.com/office/drawing/2014/main" val="3292695674"/>
                  </a:ext>
                </a:extLst>
              </a:tr>
              <a:tr h="430043">
                <a:tc>
                  <a:txBody>
                    <a:bodyPr/>
                    <a:lstStyle/>
                    <a:p>
                      <a:pPr marL="0" marR="0" indent="0" algn="l" fontAlgn="t" latinLnBrk="0">
                        <a:lnSpc>
                          <a:spcPct val="154762"/>
                        </a:lnSpc>
                        <a:buNone/>
                      </a:pPr>
                      <a:r>
                        <a:rPr lang="en-MY" sz="1400">
                          <a:effectLst/>
                        </a:rPr>
                        <a:t>Google Cloud Run</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dirty="0">
                          <a:effectLst/>
                        </a:rPr>
                        <a:t>GCP applications</a:t>
                      </a:r>
                      <a:endParaRPr lang="en-MY" sz="1400" b="0" i="0" dirty="0">
                        <a:solidFill>
                          <a:srgbClr val="0D0D0D"/>
                        </a:solidFill>
                        <a:effectLst/>
                        <a:latin typeface="-apple-system-body"/>
                      </a:endParaRPr>
                    </a:p>
                  </a:txBody>
                  <a:tcPr marL="89670" marR="89670" marT="93406" marB="93406"/>
                </a:tc>
                <a:extLst>
                  <a:ext uri="{0D108BD9-81ED-4DB2-BD59-A6C34878D82A}">
                    <a16:rowId xmlns:a16="http://schemas.microsoft.com/office/drawing/2014/main" val="1735983556"/>
                  </a:ext>
                </a:extLst>
              </a:tr>
              <a:tr h="673273">
                <a:tc>
                  <a:txBody>
                    <a:bodyPr/>
                    <a:lstStyle/>
                    <a:p>
                      <a:pPr marL="0" marR="0" indent="0" algn="l" fontAlgn="t" latinLnBrk="0">
                        <a:lnSpc>
                          <a:spcPct val="154762"/>
                        </a:lnSpc>
                        <a:buNone/>
                      </a:pPr>
                      <a:r>
                        <a:rPr lang="en-MY" sz="1400">
                          <a:effectLst/>
                        </a:rPr>
                        <a:t>Google App Engine</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Limited</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93406"/>
                </a:tc>
                <a:tc>
                  <a:txBody>
                    <a:bodyPr/>
                    <a:lstStyle/>
                    <a:p>
                      <a:pPr marL="0" marR="0" indent="0" algn="l" fontAlgn="t" latinLnBrk="0">
                        <a:lnSpc>
                          <a:spcPct val="154762"/>
                        </a:lnSpc>
                        <a:buNone/>
                      </a:pPr>
                      <a:r>
                        <a:rPr lang="en-MY" sz="1400">
                          <a:effectLst/>
                        </a:rPr>
                        <a:t>Managed web applications</a:t>
                      </a:r>
                      <a:endParaRPr lang="en-MY" sz="1400" b="0" i="0">
                        <a:solidFill>
                          <a:srgbClr val="0D0D0D"/>
                        </a:solidFill>
                        <a:effectLst/>
                        <a:latin typeface="-apple-system-body"/>
                      </a:endParaRPr>
                    </a:p>
                  </a:txBody>
                  <a:tcPr marL="89670" marR="89670" marT="93406" marB="93406"/>
                </a:tc>
                <a:extLst>
                  <a:ext uri="{0D108BD9-81ED-4DB2-BD59-A6C34878D82A}">
                    <a16:rowId xmlns:a16="http://schemas.microsoft.com/office/drawing/2014/main" val="1497671873"/>
                  </a:ext>
                </a:extLst>
              </a:tr>
              <a:tr h="560812">
                <a:tc>
                  <a:txBody>
                    <a:bodyPr/>
                    <a:lstStyle/>
                    <a:p>
                      <a:pPr marL="0" marR="0" indent="0" algn="l" fontAlgn="t" latinLnBrk="0">
                        <a:lnSpc>
                          <a:spcPct val="154762"/>
                        </a:lnSpc>
                        <a:buNone/>
                      </a:pPr>
                      <a:r>
                        <a:rPr lang="en-MY" sz="1400">
                          <a:effectLst/>
                        </a:rPr>
                        <a:t>GKE</a:t>
                      </a:r>
                      <a:endParaRPr lang="en-MY" sz="1400" b="0" i="0">
                        <a:solidFill>
                          <a:srgbClr val="0D0D0D"/>
                        </a:solidFill>
                        <a:effectLst/>
                        <a:latin typeface="-apple-system-body"/>
                      </a:endParaRPr>
                    </a:p>
                  </a:txBody>
                  <a:tcPr marL="89670" marR="89670" marT="93406" marB="224175"/>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224175"/>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224175"/>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224175"/>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224175"/>
                </a:tc>
                <a:tc>
                  <a:txBody>
                    <a:bodyPr/>
                    <a:lstStyle/>
                    <a:p>
                      <a:pPr marL="0" marR="0" indent="0" algn="l" fontAlgn="t" latinLnBrk="0">
                        <a:lnSpc>
                          <a:spcPct val="154762"/>
                        </a:lnSpc>
                        <a:buNone/>
                      </a:pPr>
                      <a:r>
                        <a:rPr lang="en-MY" sz="1400">
                          <a:effectLst/>
                        </a:rPr>
                        <a:t>❌</a:t>
                      </a:r>
                      <a:endParaRPr lang="en-MY" sz="1400" b="0" i="0">
                        <a:solidFill>
                          <a:srgbClr val="0D0D0D"/>
                        </a:solidFill>
                        <a:effectLst/>
                        <a:latin typeface="-apple-system-body"/>
                      </a:endParaRPr>
                    </a:p>
                  </a:txBody>
                  <a:tcPr marL="89670" marR="89670" marT="93406" marB="224175"/>
                </a:tc>
                <a:tc>
                  <a:txBody>
                    <a:bodyPr/>
                    <a:lstStyle/>
                    <a:p>
                      <a:pPr marL="0" marR="0" indent="0" algn="l" fontAlgn="t" latinLnBrk="0">
                        <a:lnSpc>
                          <a:spcPct val="154762"/>
                        </a:lnSpc>
                        <a:buNone/>
                      </a:pPr>
                      <a:r>
                        <a:rPr lang="en-MY" sz="1400" dirty="0">
                          <a:effectLst/>
                        </a:rPr>
                        <a:t>Kubernetes</a:t>
                      </a:r>
                      <a:endParaRPr lang="en-MY" sz="1400" b="0" i="0" dirty="0">
                        <a:solidFill>
                          <a:srgbClr val="0D0D0D"/>
                        </a:solidFill>
                        <a:effectLst/>
                        <a:latin typeface="-apple-system-body"/>
                      </a:endParaRPr>
                    </a:p>
                  </a:txBody>
                  <a:tcPr marL="89670" marR="89670" marT="93406" marB="224175"/>
                </a:tc>
                <a:extLst>
                  <a:ext uri="{0D108BD9-81ED-4DB2-BD59-A6C34878D82A}">
                    <a16:rowId xmlns:a16="http://schemas.microsoft.com/office/drawing/2014/main" val="2153099141"/>
                  </a:ext>
                </a:extLst>
              </a:tr>
            </a:tbl>
          </a:graphicData>
        </a:graphic>
      </p:graphicFrame>
    </p:spTree>
    <p:extLst>
      <p:ext uri="{BB962C8B-B14F-4D97-AF65-F5344CB8AC3E}">
        <p14:creationId xmlns:p14="http://schemas.microsoft.com/office/powerpoint/2010/main" val="18055829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8CF73-BD5E-037C-8591-B5C97A84015D}"/>
              </a:ext>
            </a:extLst>
          </p:cNvPr>
          <p:cNvSpPr>
            <a:spLocks noGrp="1"/>
          </p:cNvSpPr>
          <p:nvPr>
            <p:ph type="title"/>
          </p:nvPr>
        </p:nvSpPr>
        <p:spPr/>
        <p:txBody>
          <a:bodyPr/>
          <a:lstStyle/>
          <a:p>
            <a:endParaRPr lang="en-MY" dirty="0"/>
          </a:p>
        </p:txBody>
      </p:sp>
      <p:sp>
        <p:nvSpPr>
          <p:cNvPr id="3" name="Content Placeholder 2">
            <a:extLst>
              <a:ext uri="{FF2B5EF4-FFF2-40B4-BE49-F238E27FC236}">
                <a16:creationId xmlns:a16="http://schemas.microsoft.com/office/drawing/2014/main" id="{08858445-CCBB-FABD-1E7B-92BC69A481EE}"/>
              </a:ext>
            </a:extLst>
          </p:cNvPr>
          <p:cNvSpPr>
            <a:spLocks noGrp="1"/>
          </p:cNvSpPr>
          <p:nvPr>
            <p:ph idx="1"/>
          </p:nvPr>
        </p:nvSpPr>
        <p:spPr/>
        <p:txBody>
          <a:bodyPr>
            <a:noAutofit/>
          </a:bodyPr>
          <a:lstStyle/>
          <a:p>
            <a:r>
              <a:rPr lang="en-MY" sz="1400" b="1" dirty="0"/>
              <a:t>Lab: Build a Web Application with Google Antigravity and Deploy it from GitHub to Google Cloud Run</a:t>
            </a:r>
            <a:endParaRPr lang="en-MY" sz="1400" dirty="0"/>
          </a:p>
          <a:p>
            <a:r>
              <a:rPr lang="en-MY" sz="1400" dirty="0"/>
              <a:t>Students do:</a:t>
            </a:r>
          </a:p>
          <a:p>
            <a:r>
              <a:rPr lang="en-MY" sz="1400" b="1" dirty="0"/>
              <a:t>Step 1:</a:t>
            </a:r>
            <a:r>
              <a:rPr lang="en-MY" sz="1400" dirty="0"/>
              <a:t> Use Antigravity to generate a web application</a:t>
            </a:r>
            <a:br>
              <a:rPr lang="en-MY" sz="1400" dirty="0"/>
            </a:br>
            <a:r>
              <a:rPr lang="en-MY" sz="1400" b="1" dirty="0"/>
              <a:t>Step 2:</a:t>
            </a:r>
            <a:r>
              <a:rPr lang="en-MY" sz="1400" dirty="0"/>
              <a:t> Test locally</a:t>
            </a:r>
            <a:br>
              <a:rPr lang="en-MY" sz="1400" dirty="0"/>
            </a:br>
            <a:r>
              <a:rPr lang="en-MY" sz="1400" b="1" dirty="0"/>
              <a:t>Step 3:</a:t>
            </a:r>
            <a:r>
              <a:rPr lang="en-MY" sz="1400" dirty="0"/>
              <a:t> Create GitHub repository</a:t>
            </a:r>
            <a:br>
              <a:rPr lang="en-MY" sz="1400" dirty="0"/>
            </a:br>
            <a:r>
              <a:rPr lang="en-MY" sz="1400" b="1" dirty="0"/>
              <a:t>Step 4:</a:t>
            </a:r>
            <a:r>
              <a:rPr lang="en-MY" sz="1400" dirty="0"/>
              <a:t> Push application to GitHub</a:t>
            </a:r>
            <a:br>
              <a:rPr lang="en-MY" sz="1400" dirty="0"/>
            </a:br>
            <a:r>
              <a:rPr lang="en-MY" sz="1400" b="1" dirty="0"/>
              <a:t>Step 5:</a:t>
            </a:r>
            <a:r>
              <a:rPr lang="en-MY" sz="1400" dirty="0"/>
              <a:t> Connect GitHub to Cloud Run</a:t>
            </a:r>
            <a:br>
              <a:rPr lang="en-MY" sz="1400" dirty="0"/>
            </a:br>
            <a:r>
              <a:rPr lang="en-MY" sz="1400" b="1" dirty="0"/>
              <a:t>Step 6:</a:t>
            </a:r>
            <a:r>
              <a:rPr lang="en-MY" sz="1400" dirty="0"/>
              <a:t> Deploy</a:t>
            </a:r>
            <a:br>
              <a:rPr lang="en-MY" sz="1400" dirty="0"/>
            </a:br>
            <a:r>
              <a:rPr lang="en-MY" sz="1400" b="1" dirty="0"/>
              <a:t>Step 7:</a:t>
            </a:r>
            <a:r>
              <a:rPr lang="en-MY" sz="1400" dirty="0"/>
              <a:t> Modify code in Antigravity</a:t>
            </a:r>
            <a:br>
              <a:rPr lang="en-MY" sz="1400" dirty="0"/>
            </a:br>
            <a:r>
              <a:rPr lang="en-MY" sz="1400" b="1" dirty="0"/>
              <a:t>Step 8:</a:t>
            </a:r>
            <a:r>
              <a:rPr lang="en-MY" sz="1400" dirty="0"/>
              <a:t> git push</a:t>
            </a:r>
            <a:br>
              <a:rPr lang="en-MY" sz="1400" dirty="0"/>
            </a:br>
            <a:r>
              <a:rPr lang="en-MY" sz="1400" b="1" dirty="0"/>
              <a:t>Step 9:</a:t>
            </a:r>
            <a:r>
              <a:rPr lang="en-MY" sz="1400" dirty="0"/>
              <a:t> Cloud Run automatically redeploys</a:t>
            </a:r>
            <a:br>
              <a:rPr lang="en-MY" sz="1400" dirty="0"/>
            </a:br>
            <a:r>
              <a:rPr lang="en-MY" sz="1400" b="1" dirty="0"/>
              <a:t>Step 10:</a:t>
            </a:r>
            <a:r>
              <a:rPr lang="en-MY" sz="1400" dirty="0"/>
              <a:t> Test the new version</a:t>
            </a:r>
          </a:p>
          <a:p>
            <a:r>
              <a:rPr lang="en-MY" sz="1400" dirty="0"/>
              <a:t>This gives students a very clear demonstration of </a:t>
            </a:r>
            <a:r>
              <a:rPr lang="en-MY" sz="1400" b="1" dirty="0"/>
              <a:t>AI-assisted development + Git + CI/CD + serverless cloud deployment</a:t>
            </a:r>
            <a:r>
              <a:rPr lang="en-MY" sz="1400" dirty="0"/>
              <a:t>.</a:t>
            </a:r>
          </a:p>
          <a:p>
            <a:endParaRPr lang="en-MY" sz="1400" dirty="0"/>
          </a:p>
        </p:txBody>
      </p:sp>
      <p:sp>
        <p:nvSpPr>
          <p:cNvPr id="5" name="TextBox 4">
            <a:extLst>
              <a:ext uri="{FF2B5EF4-FFF2-40B4-BE49-F238E27FC236}">
                <a16:creationId xmlns:a16="http://schemas.microsoft.com/office/drawing/2014/main" id="{02C7FD05-0EE2-7C2B-A6C0-77DFF4C00B49}"/>
              </a:ext>
            </a:extLst>
          </p:cNvPr>
          <p:cNvSpPr txBox="1"/>
          <p:nvPr/>
        </p:nvSpPr>
        <p:spPr>
          <a:xfrm>
            <a:off x="4154606" y="5889607"/>
            <a:ext cx="7199194" cy="646331"/>
          </a:xfrm>
          <a:prstGeom prst="rect">
            <a:avLst/>
          </a:prstGeom>
          <a:noFill/>
        </p:spPr>
        <p:txBody>
          <a:bodyPr wrap="square">
            <a:spAutoFit/>
          </a:bodyPr>
          <a:lstStyle/>
          <a:p>
            <a:r>
              <a:rPr lang="en-MY" dirty="0">
                <a:hlinkClick r:id="rId2"/>
              </a:rPr>
              <a:t>https://docs.cloud.google.com/run/docs/quickstarts/deploy-continuously</a:t>
            </a:r>
            <a:endParaRPr lang="en-MY" dirty="0"/>
          </a:p>
          <a:p>
            <a:endParaRPr lang="en-MY" dirty="0"/>
          </a:p>
        </p:txBody>
      </p:sp>
    </p:spTree>
    <p:extLst>
      <p:ext uri="{BB962C8B-B14F-4D97-AF65-F5344CB8AC3E}">
        <p14:creationId xmlns:p14="http://schemas.microsoft.com/office/powerpoint/2010/main" val="840169553"/>
      </p:ext>
    </p:extLst>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docProps/app.xml><?xml version="1.0" encoding="utf-8"?>
<Properties xmlns="http://schemas.openxmlformats.org/officeDocument/2006/extended-properties" xmlns:vt="http://schemas.openxmlformats.org/officeDocument/2006/docPropsVTypes">
  <Template>Archway</Template>
  <TotalTime>80</TotalTime>
  <Words>1114</Words>
  <Application>Microsoft Office PowerPoint</Application>
  <PresentationFormat>Widescreen</PresentationFormat>
  <Paragraphs>134</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-apple-system-body</vt:lpstr>
      <vt:lpstr>Arial</vt:lpstr>
      <vt:lpstr>Felix Titling</vt:lpstr>
      <vt:lpstr>Goudy Old Style</vt:lpstr>
      <vt:lpstr>Archway</vt:lpstr>
      <vt:lpstr>Sorry Bravia</vt:lpstr>
      <vt:lpstr>Before continue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TO SUBMIT IN B</vt:lpstr>
      <vt:lpstr>References</vt:lpstr>
      <vt:lpstr>PROMPTS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Azlan Bin Yusof</dc:creator>
  <cp:lastModifiedBy>Azlan Bin Yusof</cp:lastModifiedBy>
  <cp:revision>1</cp:revision>
  <dcterms:created xsi:type="dcterms:W3CDTF">2026-10-28T01:42:55Z</dcterms:created>
  <dcterms:modified xsi:type="dcterms:W3CDTF">2026-10-28T03:46:13Z</dcterms:modified>
</cp:coreProperties>
</file>